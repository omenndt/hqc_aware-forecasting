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WrsuzXCNNBJSkKBNBLw/qA4qB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vi-V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p:cSld name="Tiêu đề">
    <p:spTree>
      <p:nvGrpSpPr>
        <p:cNvPr id="15" name="Shape 15"/>
        <p:cNvGrpSpPr/>
        <p:nvPr/>
      </p:nvGrpSpPr>
      <p:grpSpPr>
        <a:xfrm>
          <a:off x="0" y="0"/>
          <a:ext cx="0" cy="0"/>
          <a:chOff x="0" y="0"/>
          <a:chExt cx="0" cy="0"/>
        </a:xfrm>
      </p:grpSpPr>
      <p:sp>
        <p:nvSpPr>
          <p:cNvPr id="16" name="Google Shape;16;p15"/>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5"/>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 name="Google Shape;18;p15"/>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9" name="Google Shape;19;p15"/>
          <p:cNvGrpSpPr/>
          <p:nvPr/>
        </p:nvGrpSpPr>
        <p:grpSpPr>
          <a:xfrm>
            <a:off x="58527" y="40944"/>
            <a:ext cx="2869771" cy="1563379"/>
            <a:chOff x="44879" y="27296"/>
            <a:chExt cx="2869771" cy="1563379"/>
          </a:xfrm>
        </p:grpSpPr>
        <p:cxnSp>
          <p:nvCxnSpPr>
            <p:cNvPr id="20" name="Google Shape;20;p15"/>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21" name="Google Shape;21;p15"/>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22" name="Google Shape;22;p15"/>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23" name="Google Shape;23;p15"/>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24" name="Google Shape;24;p15"/>
          <p:cNvGrpSpPr/>
          <p:nvPr/>
        </p:nvGrpSpPr>
        <p:grpSpPr>
          <a:xfrm rot="10800000">
            <a:off x="9263702" y="5253677"/>
            <a:ext cx="2869771" cy="1563379"/>
            <a:chOff x="44879" y="27296"/>
            <a:chExt cx="2869771" cy="1563379"/>
          </a:xfrm>
        </p:grpSpPr>
        <p:cxnSp>
          <p:nvCxnSpPr>
            <p:cNvPr id="25" name="Google Shape;25;p15"/>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26" name="Google Shape;26;p15"/>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27" name="Google Shape;27;p15"/>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28" name="Google Shape;28;p15"/>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 name="Google Shape;29;p15"/>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A picture containing clipart, vector graphics&#10;&#10;Description automatically generated" id="30" name="Google Shape;30;p15"/>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31" name="Google Shape;31;p15"/>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vi-VN" sz="1400" u="none" cap="none" strike="noStrike">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vi-VN" sz="1400">
                <a:solidFill>
                  <a:srgbClr val="000046"/>
                </a:solidFill>
                <a:latin typeface="Arial"/>
                <a:ea typeface="Arial"/>
                <a:cs typeface="Arial"/>
                <a:sym typeface="Arial"/>
              </a:rPr>
              <a:t>TRƯỜNG ĐẠI HỌC CÔNG NGHỆ THÔNG TIN</a:t>
            </a:r>
            <a:endParaRPr/>
          </a:p>
        </p:txBody>
      </p:sp>
      <p:sp>
        <p:nvSpPr>
          <p:cNvPr id="32" name="Google Shape;32;p15"/>
          <p:cNvSpPr/>
          <p:nvPr/>
        </p:nvSpPr>
        <p:spPr>
          <a:xfrm>
            <a:off x="105836" y="6604291"/>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3" name="Google Shape;33;p15"/>
          <p:cNvSpPr txBox="1"/>
          <p:nvPr>
            <p:ph idx="12" type="sldNum"/>
          </p:nvPr>
        </p:nvSpPr>
        <p:spPr>
          <a:xfrm>
            <a:off x="75604" y="6587552"/>
            <a:ext cx="291600" cy="291600"/>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buNone/>
              <a:defRPr b="0" i="0" sz="700" u="none" cap="none" strike="noStrike">
                <a:solidFill>
                  <a:schemeClr val="dk1"/>
                </a:solidFill>
                <a:latin typeface="Arial"/>
                <a:ea typeface="Arial"/>
                <a:cs typeface="Arial"/>
                <a:sym typeface="Arial"/>
              </a:defRPr>
            </a:lvl1pPr>
            <a:lvl2pPr indent="0" lvl="1" marL="0" marR="0" algn="ctr">
              <a:spcBef>
                <a:spcPts val="0"/>
              </a:spcBef>
              <a:buNone/>
              <a:defRPr b="0" i="0" sz="700" u="none" cap="none" strike="noStrike">
                <a:solidFill>
                  <a:schemeClr val="dk1"/>
                </a:solidFill>
                <a:latin typeface="Arial"/>
                <a:ea typeface="Arial"/>
                <a:cs typeface="Arial"/>
                <a:sym typeface="Arial"/>
              </a:defRPr>
            </a:lvl2pPr>
            <a:lvl3pPr indent="0" lvl="2" marL="0" marR="0" algn="ctr">
              <a:spcBef>
                <a:spcPts val="0"/>
              </a:spcBef>
              <a:buNone/>
              <a:defRPr b="0" i="0" sz="700" u="none" cap="none" strike="noStrike">
                <a:solidFill>
                  <a:schemeClr val="dk1"/>
                </a:solidFill>
                <a:latin typeface="Arial"/>
                <a:ea typeface="Arial"/>
                <a:cs typeface="Arial"/>
                <a:sym typeface="Arial"/>
              </a:defRPr>
            </a:lvl3pPr>
            <a:lvl4pPr indent="0" lvl="3" marL="0" marR="0" algn="ctr">
              <a:spcBef>
                <a:spcPts val="0"/>
              </a:spcBef>
              <a:buNone/>
              <a:defRPr b="0" i="0" sz="700" u="none" cap="none" strike="noStrike">
                <a:solidFill>
                  <a:schemeClr val="dk1"/>
                </a:solidFill>
                <a:latin typeface="Arial"/>
                <a:ea typeface="Arial"/>
                <a:cs typeface="Arial"/>
                <a:sym typeface="Arial"/>
              </a:defRPr>
            </a:lvl4pPr>
            <a:lvl5pPr indent="0" lvl="4" marL="0" marR="0" algn="ctr">
              <a:spcBef>
                <a:spcPts val="0"/>
              </a:spcBef>
              <a:buNone/>
              <a:defRPr b="0" i="0" sz="700" u="none" cap="none" strike="noStrike">
                <a:solidFill>
                  <a:schemeClr val="dk1"/>
                </a:solidFill>
                <a:latin typeface="Arial"/>
                <a:ea typeface="Arial"/>
                <a:cs typeface="Arial"/>
                <a:sym typeface="Arial"/>
              </a:defRPr>
            </a:lvl5pPr>
            <a:lvl6pPr indent="0" lvl="5" marL="0" marR="0" algn="ctr">
              <a:spcBef>
                <a:spcPts val="0"/>
              </a:spcBef>
              <a:buNone/>
              <a:defRPr b="0" i="0" sz="700" u="none" cap="none" strike="noStrike">
                <a:solidFill>
                  <a:schemeClr val="dk1"/>
                </a:solidFill>
                <a:latin typeface="Arial"/>
                <a:ea typeface="Arial"/>
                <a:cs typeface="Arial"/>
                <a:sym typeface="Arial"/>
              </a:defRPr>
            </a:lvl6pPr>
            <a:lvl7pPr indent="0" lvl="6" marL="0" marR="0" algn="ctr">
              <a:spcBef>
                <a:spcPts val="0"/>
              </a:spcBef>
              <a:buNone/>
              <a:defRPr b="0" i="0" sz="700" u="none" cap="none" strike="noStrike">
                <a:solidFill>
                  <a:schemeClr val="dk1"/>
                </a:solidFill>
                <a:latin typeface="Arial"/>
                <a:ea typeface="Arial"/>
                <a:cs typeface="Arial"/>
                <a:sym typeface="Arial"/>
              </a:defRPr>
            </a:lvl7pPr>
            <a:lvl8pPr indent="0" lvl="7" marL="0" marR="0" algn="ctr">
              <a:spcBef>
                <a:spcPts val="0"/>
              </a:spcBef>
              <a:buNone/>
              <a:defRPr b="0" i="0" sz="700" u="none" cap="none" strike="noStrike">
                <a:solidFill>
                  <a:schemeClr val="dk1"/>
                </a:solidFill>
                <a:latin typeface="Arial"/>
                <a:ea typeface="Arial"/>
                <a:cs typeface="Arial"/>
                <a:sym typeface="Arial"/>
              </a:defRPr>
            </a:lvl8pPr>
            <a:lvl9pPr indent="0" lvl="8" marL="0" marR="0" algn="ctr">
              <a:spcBef>
                <a:spcPts val="0"/>
              </a:spcBef>
              <a:buNone/>
              <a:defRPr b="0" i="0" sz="7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34" name="Google Shape;34;p15"/>
          <p:cNvSpPr txBox="1"/>
          <p:nvPr>
            <p:ph idx="1" type="body"/>
          </p:nvPr>
        </p:nvSpPr>
        <p:spPr>
          <a:xfrm>
            <a:off x="1850807" y="2208158"/>
            <a:ext cx="8490387" cy="69616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000046"/>
              </a:buClr>
              <a:buSzPts val="4400"/>
              <a:buNone/>
              <a:defRPr b="1" sz="4400">
                <a:solidFill>
                  <a:srgbClr val="00004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5"/>
          <p:cNvSpPr txBox="1"/>
          <p:nvPr>
            <p:ph idx="2" type="body"/>
          </p:nvPr>
        </p:nvSpPr>
        <p:spPr>
          <a:xfrm>
            <a:off x="876991" y="3039455"/>
            <a:ext cx="10438019" cy="459447"/>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000046"/>
              </a:buClr>
              <a:buSzPts val="2800"/>
              <a:buNone/>
              <a:defRPr b="1" sz="2800">
                <a:solidFill>
                  <a:srgbClr val="000046"/>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5"/>
          <p:cNvSpPr txBox="1"/>
          <p:nvPr>
            <p:ph idx="3" type="body"/>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1" i="0" sz="14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5"/>
          <p:cNvSpPr txBox="1"/>
          <p:nvPr>
            <p:ph idx="4" type="body"/>
          </p:nvPr>
        </p:nvSpPr>
        <p:spPr>
          <a:xfrm>
            <a:off x="1850807" y="3630811"/>
            <a:ext cx="8490387" cy="64421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A5A5A5"/>
              </a:buClr>
              <a:buSzPts val="1200"/>
              <a:buNone/>
              <a:defRPr sz="1200">
                <a:solidFill>
                  <a:srgbClr val="A5A5A5"/>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5"/>
          <p:cNvSpPr txBox="1"/>
          <p:nvPr>
            <p:ph idx="10" type="dt"/>
          </p:nvPr>
        </p:nvSpPr>
        <p:spPr>
          <a:xfrm>
            <a:off x="6767806" y="6476999"/>
            <a:ext cx="2495896" cy="2367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 name="Google Shape;40;p15"/>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1" name="Google Shape;41;p15"/>
          <p:cNvGrpSpPr/>
          <p:nvPr/>
        </p:nvGrpSpPr>
        <p:grpSpPr>
          <a:xfrm>
            <a:off x="58527" y="40944"/>
            <a:ext cx="2869771" cy="1563379"/>
            <a:chOff x="44879" y="27296"/>
            <a:chExt cx="2869771" cy="1563379"/>
          </a:xfrm>
        </p:grpSpPr>
        <p:cxnSp>
          <p:nvCxnSpPr>
            <p:cNvPr id="42" name="Google Shape;42;p15"/>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3" name="Google Shape;43;p15"/>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4" name="Google Shape;44;p15"/>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5" name="Google Shape;45;p15"/>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6" name="Google Shape;46;p15"/>
          <p:cNvGrpSpPr/>
          <p:nvPr/>
        </p:nvGrpSpPr>
        <p:grpSpPr>
          <a:xfrm rot="10800000">
            <a:off x="9263702" y="5253677"/>
            <a:ext cx="2869771" cy="1563379"/>
            <a:chOff x="44879" y="27296"/>
            <a:chExt cx="2869771" cy="1563379"/>
          </a:xfrm>
        </p:grpSpPr>
        <p:cxnSp>
          <p:nvCxnSpPr>
            <p:cNvPr id="47" name="Google Shape;47;p15"/>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48" name="Google Shape;48;p15"/>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49" name="Google Shape;49;p15"/>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50" name="Google Shape;50;p15"/>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 name="Google Shape;51;p15"/>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clipart, vector graphics&#10;&#10;Description automatically generated" id="52" name="Google Shape;52;p15"/>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53" name="Google Shape;53;p15"/>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vi-VN" sz="1400">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vi-VN" sz="1400">
                <a:solidFill>
                  <a:srgbClr val="000046"/>
                </a:solidFill>
                <a:latin typeface="Arial"/>
                <a:ea typeface="Arial"/>
                <a:cs typeface="Arial"/>
                <a:sym typeface="Arial"/>
              </a:rPr>
              <a:t>TRƯỜNG ĐẠI HỌC CÔNG NGHỆ THÔNG TIN</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ục lục">
  <p:cSld name="2_Mục lục">
    <p:spTree>
      <p:nvGrpSpPr>
        <p:cNvPr id="54" name="Shape 54"/>
        <p:cNvGrpSpPr/>
        <p:nvPr/>
      </p:nvGrpSpPr>
      <p:grpSpPr>
        <a:xfrm>
          <a:off x="0" y="0"/>
          <a:ext cx="0" cy="0"/>
          <a:chOff x="0" y="0"/>
          <a:chExt cx="0" cy="0"/>
        </a:xfrm>
      </p:grpSpPr>
      <p:sp>
        <p:nvSpPr>
          <p:cNvPr id="55" name="Google Shape;55;p16"/>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6" name="Google Shape;56;p16"/>
          <p:cNvGrpSpPr/>
          <p:nvPr/>
        </p:nvGrpSpPr>
        <p:grpSpPr>
          <a:xfrm rot="10800000">
            <a:off x="9263702" y="5930537"/>
            <a:ext cx="2869771" cy="886519"/>
            <a:chOff x="44879" y="27296"/>
            <a:chExt cx="2869771" cy="886519"/>
          </a:xfrm>
        </p:grpSpPr>
        <p:cxnSp>
          <p:nvCxnSpPr>
            <p:cNvPr id="57" name="Google Shape;57;p16"/>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58" name="Google Shape;58;p16"/>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59" name="Google Shape;59;p16"/>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60" name="Google Shape;60;p16"/>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61" name="Google Shape;61;p16"/>
          <p:cNvGrpSpPr/>
          <p:nvPr/>
        </p:nvGrpSpPr>
        <p:grpSpPr>
          <a:xfrm>
            <a:off x="-1259888" y="1121391"/>
            <a:ext cx="4841288" cy="5054000"/>
            <a:chOff x="-1259888" y="901609"/>
            <a:chExt cx="4841288" cy="5054000"/>
          </a:xfrm>
        </p:grpSpPr>
        <p:grpSp>
          <p:nvGrpSpPr>
            <p:cNvPr id="62" name="Google Shape;62;p16"/>
            <p:cNvGrpSpPr/>
            <p:nvPr/>
          </p:nvGrpSpPr>
          <p:grpSpPr>
            <a:xfrm>
              <a:off x="-1225468" y="901609"/>
              <a:ext cx="4806868" cy="664514"/>
              <a:chOff x="0" y="901609"/>
              <a:chExt cx="4806868" cy="664514"/>
            </a:xfrm>
          </p:grpSpPr>
          <p:cxnSp>
            <p:nvCxnSpPr>
              <p:cNvPr id="63" name="Google Shape;63;p16"/>
              <p:cNvCxnSpPr/>
              <p:nvPr/>
            </p:nvCxnSpPr>
            <p:spPr>
              <a:xfrm>
                <a:off x="0" y="1566123"/>
                <a:ext cx="2533933" cy="0"/>
              </a:xfrm>
              <a:prstGeom prst="straightConnector1">
                <a:avLst/>
              </a:prstGeom>
              <a:noFill/>
              <a:ln cap="rnd" cmpd="sng" w="38100">
                <a:solidFill>
                  <a:srgbClr val="0072FF"/>
                </a:solidFill>
                <a:prstDash val="solid"/>
                <a:round/>
                <a:headEnd len="sm" w="sm" type="none"/>
                <a:tailEnd len="sm" w="sm" type="none"/>
              </a:ln>
            </p:spPr>
          </p:cxnSp>
          <p:cxnSp>
            <p:nvCxnSpPr>
              <p:cNvPr id="64" name="Google Shape;64;p16"/>
              <p:cNvCxnSpPr/>
              <p:nvPr/>
            </p:nvCxnSpPr>
            <p:spPr>
              <a:xfrm flipH="1" rot="10800000">
                <a:off x="2520285" y="1059987"/>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65" name="Google Shape;65;p16"/>
              <p:cNvCxnSpPr/>
              <p:nvPr/>
            </p:nvCxnSpPr>
            <p:spPr>
              <a:xfrm>
                <a:off x="3111690" y="1059987"/>
                <a:ext cx="1378423" cy="0"/>
              </a:xfrm>
              <a:prstGeom prst="straightConnector1">
                <a:avLst/>
              </a:prstGeom>
              <a:noFill/>
              <a:ln cap="rnd" cmpd="sng" w="38100">
                <a:solidFill>
                  <a:srgbClr val="0072FF"/>
                </a:solidFill>
                <a:prstDash val="solid"/>
                <a:round/>
                <a:headEnd len="sm" w="sm" type="none"/>
                <a:tailEnd len="sm" w="sm" type="none"/>
              </a:ln>
            </p:spPr>
          </p:cxnSp>
          <p:sp>
            <p:nvSpPr>
              <p:cNvPr id="66" name="Google Shape;66;p16"/>
              <p:cNvSpPr/>
              <p:nvPr/>
            </p:nvSpPr>
            <p:spPr>
              <a:xfrm>
                <a:off x="4490113" y="901609"/>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67" name="Google Shape;67;p16"/>
            <p:cNvGrpSpPr/>
            <p:nvPr/>
          </p:nvGrpSpPr>
          <p:grpSpPr>
            <a:xfrm flipH="1" rot="10800000">
              <a:off x="-1225468" y="5291095"/>
              <a:ext cx="4806868" cy="664514"/>
              <a:chOff x="0" y="1232525"/>
              <a:chExt cx="4806868" cy="664514"/>
            </a:xfrm>
          </p:grpSpPr>
          <p:cxnSp>
            <p:nvCxnSpPr>
              <p:cNvPr id="68" name="Google Shape;68;p16"/>
              <p:cNvCxnSpPr/>
              <p:nvPr/>
            </p:nvCxnSpPr>
            <p:spPr>
              <a:xfrm>
                <a:off x="0" y="1897039"/>
                <a:ext cx="2533933" cy="0"/>
              </a:xfrm>
              <a:prstGeom prst="straightConnector1">
                <a:avLst/>
              </a:prstGeom>
              <a:noFill/>
              <a:ln cap="rnd" cmpd="sng" w="38100">
                <a:solidFill>
                  <a:srgbClr val="0072FF"/>
                </a:solidFill>
                <a:prstDash val="solid"/>
                <a:round/>
                <a:headEnd len="sm" w="sm" type="none"/>
                <a:tailEnd len="sm" w="sm" type="none"/>
              </a:ln>
            </p:spPr>
          </p:cxnSp>
          <p:cxnSp>
            <p:nvCxnSpPr>
              <p:cNvPr id="69" name="Google Shape;69;p16"/>
              <p:cNvCxnSpPr/>
              <p:nvPr/>
            </p:nvCxnSpPr>
            <p:spPr>
              <a:xfrm flipH="1" rot="10800000">
                <a:off x="2520285" y="1390903"/>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70" name="Google Shape;70;p16"/>
              <p:cNvCxnSpPr/>
              <p:nvPr/>
            </p:nvCxnSpPr>
            <p:spPr>
              <a:xfrm>
                <a:off x="3111690" y="1390903"/>
                <a:ext cx="1378423" cy="0"/>
              </a:xfrm>
              <a:prstGeom prst="straightConnector1">
                <a:avLst/>
              </a:prstGeom>
              <a:noFill/>
              <a:ln cap="rnd" cmpd="sng" w="38100">
                <a:solidFill>
                  <a:srgbClr val="0072FF"/>
                </a:solidFill>
                <a:prstDash val="solid"/>
                <a:round/>
                <a:headEnd len="sm" w="sm" type="none"/>
                <a:tailEnd len="sm" w="sm" type="none"/>
              </a:ln>
            </p:spPr>
          </p:cxnSp>
          <p:sp>
            <p:nvSpPr>
              <p:cNvPr id="71" name="Google Shape;71;p16"/>
              <p:cNvSpPr/>
              <p:nvPr/>
            </p:nvSpPr>
            <p:spPr>
              <a:xfrm>
                <a:off x="4490113" y="123252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72" name="Google Shape;72;p16"/>
            <p:cNvGrpSpPr/>
            <p:nvPr/>
          </p:nvGrpSpPr>
          <p:grpSpPr>
            <a:xfrm>
              <a:off x="-1225469" y="1860637"/>
              <a:ext cx="3835321" cy="547270"/>
              <a:chOff x="-1" y="1860637"/>
              <a:chExt cx="3835321" cy="547270"/>
            </a:xfrm>
          </p:grpSpPr>
          <p:sp>
            <p:nvSpPr>
              <p:cNvPr id="73" name="Google Shape;73;p16"/>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4" name="Google Shape;74;p16"/>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75" name="Google Shape;75;p16"/>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76" name="Google Shape;76;p16"/>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77" name="Google Shape;77;p16"/>
            <p:cNvGrpSpPr/>
            <p:nvPr/>
          </p:nvGrpSpPr>
          <p:grpSpPr>
            <a:xfrm flipH="1" rot="10800000">
              <a:off x="-1259888" y="4408929"/>
              <a:ext cx="3835321" cy="547270"/>
              <a:chOff x="-1" y="1860637"/>
              <a:chExt cx="3835321" cy="547270"/>
            </a:xfrm>
          </p:grpSpPr>
          <p:sp>
            <p:nvSpPr>
              <p:cNvPr id="78" name="Google Shape;78;p16"/>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9" name="Google Shape;79;p16"/>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80" name="Google Shape;80;p16"/>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81" name="Google Shape;81;p16"/>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82" name="Google Shape;82;p16"/>
            <p:cNvGrpSpPr/>
            <p:nvPr/>
          </p:nvGrpSpPr>
          <p:grpSpPr>
            <a:xfrm>
              <a:off x="-1252333" y="2715185"/>
              <a:ext cx="2776521" cy="436736"/>
              <a:chOff x="-26865" y="2715185"/>
              <a:chExt cx="2776521" cy="436736"/>
            </a:xfrm>
          </p:grpSpPr>
          <p:cxnSp>
            <p:nvCxnSpPr>
              <p:cNvPr id="83" name="Google Shape;83;p16"/>
              <p:cNvCxnSpPr/>
              <p:nvPr/>
            </p:nvCxnSpPr>
            <p:spPr>
              <a:xfrm>
                <a:off x="-26865" y="3151921"/>
                <a:ext cx="1402723" cy="0"/>
              </a:xfrm>
              <a:prstGeom prst="straightConnector1">
                <a:avLst/>
              </a:prstGeom>
              <a:noFill/>
              <a:ln cap="rnd" cmpd="sng" w="38100">
                <a:solidFill>
                  <a:srgbClr val="0072FF"/>
                </a:solidFill>
                <a:prstDash val="solid"/>
                <a:round/>
                <a:headEnd len="sm" w="sm" type="none"/>
                <a:tailEnd len="sm" w="sm" type="none"/>
              </a:ln>
            </p:spPr>
          </p:cxnSp>
          <p:cxnSp>
            <p:nvCxnSpPr>
              <p:cNvPr id="84" name="Google Shape;84;p16"/>
              <p:cNvCxnSpPr/>
              <p:nvPr/>
            </p:nvCxnSpPr>
            <p:spPr>
              <a:xfrm flipH="1" rot="10800000">
                <a:off x="1368303" y="2877197"/>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85" name="Google Shape;85;p16"/>
              <p:cNvCxnSpPr/>
              <p:nvPr/>
            </p:nvCxnSpPr>
            <p:spPr>
              <a:xfrm>
                <a:off x="1695690" y="2877197"/>
                <a:ext cx="763061" cy="0"/>
              </a:xfrm>
              <a:prstGeom prst="straightConnector1">
                <a:avLst/>
              </a:prstGeom>
              <a:noFill/>
              <a:ln cap="rnd" cmpd="sng" w="38100">
                <a:solidFill>
                  <a:srgbClr val="0072FF"/>
                </a:solidFill>
                <a:prstDash val="solid"/>
                <a:round/>
                <a:headEnd len="sm" w="sm" type="none"/>
                <a:tailEnd len="sm" w="sm" type="none"/>
              </a:ln>
            </p:spPr>
          </p:cxnSp>
          <p:sp>
            <p:nvSpPr>
              <p:cNvPr id="86" name="Google Shape;86;p16"/>
              <p:cNvSpPr/>
              <p:nvPr/>
            </p:nvSpPr>
            <p:spPr>
              <a:xfrm>
                <a:off x="2432901" y="271518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87" name="Google Shape;87;p16"/>
            <p:cNvGrpSpPr/>
            <p:nvPr/>
          </p:nvGrpSpPr>
          <p:grpSpPr>
            <a:xfrm>
              <a:off x="-1225468" y="3843225"/>
              <a:ext cx="2802371" cy="433101"/>
              <a:chOff x="-34420" y="3843718"/>
              <a:chExt cx="2802371" cy="433101"/>
            </a:xfrm>
          </p:grpSpPr>
          <p:cxnSp>
            <p:nvCxnSpPr>
              <p:cNvPr id="88" name="Google Shape;88;p16"/>
              <p:cNvCxnSpPr/>
              <p:nvPr/>
            </p:nvCxnSpPr>
            <p:spPr>
              <a:xfrm>
                <a:off x="-34420" y="3843718"/>
                <a:ext cx="1402723" cy="0"/>
              </a:xfrm>
              <a:prstGeom prst="straightConnector1">
                <a:avLst/>
              </a:prstGeom>
              <a:noFill/>
              <a:ln cap="rnd" cmpd="sng" w="38100">
                <a:solidFill>
                  <a:srgbClr val="0072FF"/>
                </a:solidFill>
                <a:prstDash val="solid"/>
                <a:round/>
                <a:headEnd len="sm" w="sm" type="none"/>
                <a:tailEnd len="sm" w="sm" type="none"/>
              </a:ln>
            </p:spPr>
          </p:cxnSp>
          <p:cxnSp>
            <p:nvCxnSpPr>
              <p:cNvPr id="89" name="Google Shape;89;p16"/>
              <p:cNvCxnSpPr/>
              <p:nvPr/>
            </p:nvCxnSpPr>
            <p:spPr>
              <a:xfrm>
                <a:off x="1360748" y="3843718"/>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90" name="Google Shape;90;p16"/>
              <p:cNvCxnSpPr/>
              <p:nvPr/>
            </p:nvCxnSpPr>
            <p:spPr>
              <a:xfrm>
                <a:off x="1688135" y="4118442"/>
                <a:ext cx="763061" cy="0"/>
              </a:xfrm>
              <a:prstGeom prst="straightConnector1">
                <a:avLst/>
              </a:prstGeom>
              <a:noFill/>
              <a:ln cap="rnd" cmpd="sng" w="38100">
                <a:solidFill>
                  <a:srgbClr val="0072FF"/>
                </a:solidFill>
                <a:prstDash val="solid"/>
                <a:round/>
                <a:headEnd len="sm" w="sm" type="none"/>
                <a:tailEnd len="sm" w="sm" type="none"/>
              </a:ln>
            </p:spPr>
          </p:cxnSp>
          <p:sp>
            <p:nvSpPr>
              <p:cNvPr id="91" name="Google Shape;91;p16"/>
              <p:cNvSpPr/>
              <p:nvPr/>
            </p:nvSpPr>
            <p:spPr>
              <a:xfrm>
                <a:off x="2451196" y="3960064"/>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92" name="Google Shape;92;p16"/>
          <p:cNvGrpSpPr/>
          <p:nvPr/>
        </p:nvGrpSpPr>
        <p:grpSpPr>
          <a:xfrm flipH="1">
            <a:off x="8607643" y="1121391"/>
            <a:ext cx="4841288" cy="5054000"/>
            <a:chOff x="-1259888" y="901609"/>
            <a:chExt cx="4841288" cy="5054000"/>
          </a:xfrm>
        </p:grpSpPr>
        <p:grpSp>
          <p:nvGrpSpPr>
            <p:cNvPr id="93" name="Google Shape;93;p16"/>
            <p:cNvGrpSpPr/>
            <p:nvPr/>
          </p:nvGrpSpPr>
          <p:grpSpPr>
            <a:xfrm>
              <a:off x="-1225468" y="901609"/>
              <a:ext cx="4806868" cy="664514"/>
              <a:chOff x="0" y="901609"/>
              <a:chExt cx="4806868" cy="664514"/>
            </a:xfrm>
          </p:grpSpPr>
          <p:cxnSp>
            <p:nvCxnSpPr>
              <p:cNvPr id="94" name="Google Shape;94;p16"/>
              <p:cNvCxnSpPr/>
              <p:nvPr/>
            </p:nvCxnSpPr>
            <p:spPr>
              <a:xfrm>
                <a:off x="0" y="1566123"/>
                <a:ext cx="2533933" cy="0"/>
              </a:xfrm>
              <a:prstGeom prst="straightConnector1">
                <a:avLst/>
              </a:prstGeom>
              <a:noFill/>
              <a:ln cap="rnd" cmpd="sng" w="38100">
                <a:solidFill>
                  <a:srgbClr val="0072FF"/>
                </a:solidFill>
                <a:prstDash val="solid"/>
                <a:round/>
                <a:headEnd len="sm" w="sm" type="none"/>
                <a:tailEnd len="sm" w="sm" type="none"/>
              </a:ln>
            </p:spPr>
          </p:cxnSp>
          <p:cxnSp>
            <p:nvCxnSpPr>
              <p:cNvPr id="95" name="Google Shape;95;p16"/>
              <p:cNvCxnSpPr/>
              <p:nvPr/>
            </p:nvCxnSpPr>
            <p:spPr>
              <a:xfrm flipH="1" rot="10800000">
                <a:off x="2520285" y="1059987"/>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96" name="Google Shape;96;p16"/>
              <p:cNvCxnSpPr/>
              <p:nvPr/>
            </p:nvCxnSpPr>
            <p:spPr>
              <a:xfrm>
                <a:off x="3111690" y="1059987"/>
                <a:ext cx="1378423" cy="0"/>
              </a:xfrm>
              <a:prstGeom prst="straightConnector1">
                <a:avLst/>
              </a:prstGeom>
              <a:noFill/>
              <a:ln cap="rnd" cmpd="sng" w="38100">
                <a:solidFill>
                  <a:srgbClr val="0072FF"/>
                </a:solidFill>
                <a:prstDash val="solid"/>
                <a:round/>
                <a:headEnd len="sm" w="sm" type="none"/>
                <a:tailEnd len="sm" w="sm" type="none"/>
              </a:ln>
            </p:spPr>
          </p:cxnSp>
          <p:sp>
            <p:nvSpPr>
              <p:cNvPr id="97" name="Google Shape;97;p16"/>
              <p:cNvSpPr/>
              <p:nvPr/>
            </p:nvSpPr>
            <p:spPr>
              <a:xfrm>
                <a:off x="4490113" y="901609"/>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98" name="Google Shape;98;p16"/>
            <p:cNvGrpSpPr/>
            <p:nvPr/>
          </p:nvGrpSpPr>
          <p:grpSpPr>
            <a:xfrm flipH="1" rot="10800000">
              <a:off x="-1225468" y="5291095"/>
              <a:ext cx="4806868" cy="664514"/>
              <a:chOff x="0" y="1232525"/>
              <a:chExt cx="4806868" cy="664514"/>
            </a:xfrm>
          </p:grpSpPr>
          <p:cxnSp>
            <p:nvCxnSpPr>
              <p:cNvPr id="99" name="Google Shape;99;p16"/>
              <p:cNvCxnSpPr/>
              <p:nvPr/>
            </p:nvCxnSpPr>
            <p:spPr>
              <a:xfrm>
                <a:off x="0" y="1897039"/>
                <a:ext cx="2533933" cy="0"/>
              </a:xfrm>
              <a:prstGeom prst="straightConnector1">
                <a:avLst/>
              </a:prstGeom>
              <a:noFill/>
              <a:ln cap="rnd" cmpd="sng" w="38100">
                <a:solidFill>
                  <a:srgbClr val="0072FF"/>
                </a:solidFill>
                <a:prstDash val="solid"/>
                <a:round/>
                <a:headEnd len="sm" w="sm" type="none"/>
                <a:tailEnd len="sm" w="sm" type="none"/>
              </a:ln>
            </p:spPr>
          </p:cxnSp>
          <p:cxnSp>
            <p:nvCxnSpPr>
              <p:cNvPr id="100" name="Google Shape;100;p16"/>
              <p:cNvCxnSpPr/>
              <p:nvPr/>
            </p:nvCxnSpPr>
            <p:spPr>
              <a:xfrm flipH="1" rot="10800000">
                <a:off x="2520285" y="1390903"/>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101" name="Google Shape;101;p16"/>
              <p:cNvCxnSpPr/>
              <p:nvPr/>
            </p:nvCxnSpPr>
            <p:spPr>
              <a:xfrm>
                <a:off x="3111690" y="1390903"/>
                <a:ext cx="1378423" cy="0"/>
              </a:xfrm>
              <a:prstGeom prst="straightConnector1">
                <a:avLst/>
              </a:prstGeom>
              <a:noFill/>
              <a:ln cap="rnd" cmpd="sng" w="38100">
                <a:solidFill>
                  <a:srgbClr val="0072FF"/>
                </a:solidFill>
                <a:prstDash val="solid"/>
                <a:round/>
                <a:headEnd len="sm" w="sm" type="none"/>
                <a:tailEnd len="sm" w="sm" type="none"/>
              </a:ln>
            </p:spPr>
          </p:cxnSp>
          <p:sp>
            <p:nvSpPr>
              <p:cNvPr id="102" name="Google Shape;102;p16"/>
              <p:cNvSpPr/>
              <p:nvPr/>
            </p:nvSpPr>
            <p:spPr>
              <a:xfrm>
                <a:off x="4490113" y="123252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3" name="Google Shape;103;p16"/>
            <p:cNvGrpSpPr/>
            <p:nvPr/>
          </p:nvGrpSpPr>
          <p:grpSpPr>
            <a:xfrm>
              <a:off x="-1225469" y="1860637"/>
              <a:ext cx="3835321" cy="547270"/>
              <a:chOff x="-1" y="1860637"/>
              <a:chExt cx="3835321" cy="547270"/>
            </a:xfrm>
          </p:grpSpPr>
          <p:sp>
            <p:nvSpPr>
              <p:cNvPr id="104" name="Google Shape;104;p16"/>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5" name="Google Shape;105;p16"/>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106" name="Google Shape;106;p16"/>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107" name="Google Shape;107;p16"/>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108" name="Google Shape;108;p16"/>
            <p:cNvGrpSpPr/>
            <p:nvPr/>
          </p:nvGrpSpPr>
          <p:grpSpPr>
            <a:xfrm flipH="1" rot="10800000">
              <a:off x="-1259888" y="4408929"/>
              <a:ext cx="3835321" cy="547270"/>
              <a:chOff x="-1" y="1860637"/>
              <a:chExt cx="3835321" cy="547270"/>
            </a:xfrm>
          </p:grpSpPr>
          <p:sp>
            <p:nvSpPr>
              <p:cNvPr id="109" name="Google Shape;109;p16"/>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0" name="Google Shape;110;p16"/>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111" name="Google Shape;111;p16"/>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112" name="Google Shape;112;p16"/>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113" name="Google Shape;113;p16"/>
            <p:cNvGrpSpPr/>
            <p:nvPr/>
          </p:nvGrpSpPr>
          <p:grpSpPr>
            <a:xfrm>
              <a:off x="-1252333" y="2715185"/>
              <a:ext cx="2776521" cy="436736"/>
              <a:chOff x="-26865" y="2715185"/>
              <a:chExt cx="2776521" cy="436736"/>
            </a:xfrm>
          </p:grpSpPr>
          <p:cxnSp>
            <p:nvCxnSpPr>
              <p:cNvPr id="114" name="Google Shape;114;p16"/>
              <p:cNvCxnSpPr/>
              <p:nvPr/>
            </p:nvCxnSpPr>
            <p:spPr>
              <a:xfrm>
                <a:off x="-26865" y="3151921"/>
                <a:ext cx="1402723" cy="0"/>
              </a:xfrm>
              <a:prstGeom prst="straightConnector1">
                <a:avLst/>
              </a:prstGeom>
              <a:noFill/>
              <a:ln cap="rnd" cmpd="sng" w="38100">
                <a:solidFill>
                  <a:srgbClr val="0072FF"/>
                </a:solidFill>
                <a:prstDash val="solid"/>
                <a:round/>
                <a:headEnd len="sm" w="sm" type="none"/>
                <a:tailEnd len="sm" w="sm" type="none"/>
              </a:ln>
            </p:spPr>
          </p:cxnSp>
          <p:cxnSp>
            <p:nvCxnSpPr>
              <p:cNvPr id="115" name="Google Shape;115;p16"/>
              <p:cNvCxnSpPr/>
              <p:nvPr/>
            </p:nvCxnSpPr>
            <p:spPr>
              <a:xfrm flipH="1" rot="10800000">
                <a:off x="1368303" y="2877197"/>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116" name="Google Shape;116;p16"/>
              <p:cNvCxnSpPr/>
              <p:nvPr/>
            </p:nvCxnSpPr>
            <p:spPr>
              <a:xfrm>
                <a:off x="1695690" y="2877197"/>
                <a:ext cx="763061" cy="0"/>
              </a:xfrm>
              <a:prstGeom prst="straightConnector1">
                <a:avLst/>
              </a:prstGeom>
              <a:noFill/>
              <a:ln cap="rnd" cmpd="sng" w="38100">
                <a:solidFill>
                  <a:srgbClr val="0072FF"/>
                </a:solidFill>
                <a:prstDash val="solid"/>
                <a:round/>
                <a:headEnd len="sm" w="sm" type="none"/>
                <a:tailEnd len="sm" w="sm" type="none"/>
              </a:ln>
            </p:spPr>
          </p:cxnSp>
          <p:sp>
            <p:nvSpPr>
              <p:cNvPr id="117" name="Google Shape;117;p16"/>
              <p:cNvSpPr/>
              <p:nvPr/>
            </p:nvSpPr>
            <p:spPr>
              <a:xfrm>
                <a:off x="2432901" y="271518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18" name="Google Shape;118;p16"/>
            <p:cNvGrpSpPr/>
            <p:nvPr/>
          </p:nvGrpSpPr>
          <p:grpSpPr>
            <a:xfrm>
              <a:off x="-1225468" y="3843225"/>
              <a:ext cx="2802371" cy="433101"/>
              <a:chOff x="-34420" y="3843718"/>
              <a:chExt cx="2802371" cy="433101"/>
            </a:xfrm>
          </p:grpSpPr>
          <p:cxnSp>
            <p:nvCxnSpPr>
              <p:cNvPr id="119" name="Google Shape;119;p16"/>
              <p:cNvCxnSpPr/>
              <p:nvPr/>
            </p:nvCxnSpPr>
            <p:spPr>
              <a:xfrm>
                <a:off x="-34420" y="3843718"/>
                <a:ext cx="1402723" cy="0"/>
              </a:xfrm>
              <a:prstGeom prst="straightConnector1">
                <a:avLst/>
              </a:prstGeom>
              <a:noFill/>
              <a:ln cap="rnd" cmpd="sng" w="38100">
                <a:solidFill>
                  <a:srgbClr val="0072FF"/>
                </a:solidFill>
                <a:prstDash val="solid"/>
                <a:round/>
                <a:headEnd len="sm" w="sm" type="none"/>
                <a:tailEnd len="sm" w="sm" type="none"/>
              </a:ln>
            </p:spPr>
          </p:cxnSp>
          <p:cxnSp>
            <p:nvCxnSpPr>
              <p:cNvPr id="120" name="Google Shape;120;p16"/>
              <p:cNvCxnSpPr/>
              <p:nvPr/>
            </p:nvCxnSpPr>
            <p:spPr>
              <a:xfrm>
                <a:off x="1360748" y="3843718"/>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121" name="Google Shape;121;p16"/>
              <p:cNvCxnSpPr/>
              <p:nvPr/>
            </p:nvCxnSpPr>
            <p:spPr>
              <a:xfrm>
                <a:off x="1688135" y="4118442"/>
                <a:ext cx="763061" cy="0"/>
              </a:xfrm>
              <a:prstGeom prst="straightConnector1">
                <a:avLst/>
              </a:prstGeom>
              <a:noFill/>
              <a:ln cap="rnd" cmpd="sng" w="38100">
                <a:solidFill>
                  <a:srgbClr val="0072FF"/>
                </a:solidFill>
                <a:prstDash val="solid"/>
                <a:round/>
                <a:headEnd len="sm" w="sm" type="none"/>
                <a:tailEnd len="sm" w="sm" type="none"/>
              </a:ln>
            </p:spPr>
          </p:cxnSp>
          <p:sp>
            <p:nvSpPr>
              <p:cNvPr id="122" name="Google Shape;122;p16"/>
              <p:cNvSpPr/>
              <p:nvPr/>
            </p:nvSpPr>
            <p:spPr>
              <a:xfrm>
                <a:off x="2451196" y="3960064"/>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123" name="Google Shape;123;p16"/>
          <p:cNvSpPr/>
          <p:nvPr/>
        </p:nvSpPr>
        <p:spPr>
          <a:xfrm>
            <a:off x="11924591" y="658314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24" name="Google Shape;124;p16"/>
          <p:cNvSpPr txBox="1"/>
          <p:nvPr>
            <p:ph idx="12" type="sldNum"/>
          </p:nvPr>
        </p:nvSpPr>
        <p:spPr>
          <a:xfrm>
            <a:off x="11900400"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125" name="Google Shape;125;p16"/>
          <p:cNvSpPr txBox="1"/>
          <p:nvPr/>
        </p:nvSpPr>
        <p:spPr>
          <a:xfrm>
            <a:off x="4702630" y="640081"/>
            <a:ext cx="3028822" cy="646331"/>
          </a:xfrm>
          <a:prstGeom prst="rect">
            <a:avLst/>
          </a:prstGeom>
          <a:gradFill>
            <a:gsLst>
              <a:gs pos="0">
                <a:srgbClr val="0072FF"/>
              </a:gs>
              <a:gs pos="100000">
                <a:srgbClr val="00C6FF"/>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vi-VN" sz="3600">
                <a:solidFill>
                  <a:schemeClr val="lt1"/>
                </a:solidFill>
                <a:latin typeface="Times New Roman"/>
                <a:ea typeface="Times New Roman"/>
                <a:cs typeface="Times New Roman"/>
                <a:sym typeface="Times New Roman"/>
              </a:rPr>
              <a:t>NỘI DUNG</a:t>
            </a:r>
            <a:endParaRPr/>
          </a:p>
        </p:txBody>
      </p:sp>
      <p:sp>
        <p:nvSpPr>
          <p:cNvPr id="126" name="Google Shape;126;p16"/>
          <p:cNvSpPr txBox="1"/>
          <p:nvPr>
            <p:ph idx="1" type="body"/>
          </p:nvPr>
        </p:nvSpPr>
        <p:spPr>
          <a:xfrm>
            <a:off x="2735144" y="1286346"/>
            <a:ext cx="6721714" cy="4699000"/>
          </a:xfrm>
          <a:prstGeom prst="rect">
            <a:avLst/>
          </a:prstGeom>
          <a:noFill/>
          <a:ln>
            <a:noFill/>
          </a:ln>
        </p:spPr>
        <p:txBody>
          <a:bodyPr anchorCtr="0" anchor="ctr" bIns="45700" lIns="91425" spcFirstLastPara="1" rIns="91425" wrap="square" tIns="45700">
            <a:normAutofit/>
          </a:bodyPr>
          <a:lstStyle>
            <a:lvl1pPr indent="-368300" lvl="0" marL="457200" algn="just">
              <a:lnSpc>
                <a:spcPct val="90000"/>
              </a:lnSpc>
              <a:spcBef>
                <a:spcPts val="1000"/>
              </a:spcBef>
              <a:spcAft>
                <a:spcPts val="0"/>
              </a:spcAft>
              <a:buClr>
                <a:schemeClr val="dk1"/>
              </a:buClr>
              <a:buSzPts val="2200"/>
              <a:buFont typeface="Calibri"/>
              <a:buAutoNum type="arabicPeriod"/>
              <a:defRPr sz="2200">
                <a:latin typeface="Arial"/>
                <a:ea typeface="Arial"/>
                <a:cs typeface="Arial"/>
                <a:sym typeface="Arial"/>
              </a:defRPr>
            </a:lvl1pPr>
            <a:lvl2pPr indent="-381000" lvl="1" marL="9144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indent="-355600" lvl="2" marL="1371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indent="-342900" lvl="3" marL="18288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indent="-342900" lvl="4" marL="22860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16"/>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8" name="Google Shape;128;p16"/>
          <p:cNvGrpSpPr/>
          <p:nvPr/>
        </p:nvGrpSpPr>
        <p:grpSpPr>
          <a:xfrm>
            <a:off x="58527" y="40944"/>
            <a:ext cx="2869771" cy="886519"/>
            <a:chOff x="44879" y="27296"/>
            <a:chExt cx="2869771" cy="886519"/>
          </a:xfrm>
        </p:grpSpPr>
        <p:cxnSp>
          <p:nvCxnSpPr>
            <p:cNvPr id="129" name="Google Shape;129;p16"/>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30" name="Google Shape;130;p16"/>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31" name="Google Shape;131;p16"/>
            <p:cNvCxnSpPr/>
            <p:nvPr/>
          </p:nvCxnSpPr>
          <p:spPr>
            <a:xfrm rot="10800000">
              <a:off x="52214" y="654128"/>
              <a:ext cx="0" cy="259687"/>
            </a:xfrm>
            <a:prstGeom prst="straightConnector1">
              <a:avLst/>
            </a:prstGeom>
            <a:noFill/>
            <a:ln cap="flat" cmpd="sng" w="38100">
              <a:solidFill>
                <a:srgbClr val="00C6FF"/>
              </a:solidFill>
              <a:prstDash val="solid"/>
              <a:miter lim="800000"/>
              <a:headEnd len="sm" w="sm" type="none"/>
              <a:tailEnd len="sm" w="sm" type="none"/>
            </a:ln>
          </p:spPr>
        </p:cxnSp>
      </p:grpSp>
      <p:pic>
        <p:nvPicPr>
          <p:cNvPr descr="A picture containing clipart, vector graphics&#10;&#10;Description automatically generated" id="132" name="Google Shape;132;p16"/>
          <p:cNvPicPr preferRelativeResize="0"/>
          <p:nvPr/>
        </p:nvPicPr>
        <p:blipFill rotWithShape="1">
          <a:blip r:embed="rId2">
            <a:alphaModFix/>
          </a:blip>
          <a:srcRect b="0" l="0" r="0" t="0"/>
          <a:stretch/>
        </p:blipFill>
        <p:spPr>
          <a:xfrm>
            <a:off x="412638" y="362637"/>
            <a:ext cx="544288" cy="450213"/>
          </a:xfrm>
          <a:prstGeom prst="rect">
            <a:avLst/>
          </a:prstGeom>
          <a:noFill/>
          <a:ln>
            <a:noFill/>
          </a:ln>
        </p:spPr>
      </p:pic>
      <p:sp>
        <p:nvSpPr>
          <p:cNvPr id="133" name="Google Shape;133;p16"/>
          <p:cNvSpPr txBox="1"/>
          <p:nvPr>
            <p:ph idx="10" type="dt"/>
          </p:nvPr>
        </p:nvSpPr>
        <p:spPr>
          <a:xfrm>
            <a:off x="796022" y="6454635"/>
            <a:ext cx="2132276" cy="2668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i dung" type="obj">
  <p:cSld name="OBJECT">
    <p:spTree>
      <p:nvGrpSpPr>
        <p:cNvPr id="134" name="Shape 134"/>
        <p:cNvGrpSpPr/>
        <p:nvPr/>
      </p:nvGrpSpPr>
      <p:grpSpPr>
        <a:xfrm>
          <a:off x="0" y="0"/>
          <a:ext cx="0" cy="0"/>
          <a:chOff x="0" y="0"/>
          <a:chExt cx="0" cy="0"/>
        </a:xfrm>
      </p:grpSpPr>
      <p:sp>
        <p:nvSpPr>
          <p:cNvPr id="135" name="Google Shape;135;p17"/>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17"/>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7" name="Google Shape;137;p17"/>
          <p:cNvGrpSpPr/>
          <p:nvPr/>
        </p:nvGrpSpPr>
        <p:grpSpPr>
          <a:xfrm>
            <a:off x="58527" y="54292"/>
            <a:ext cx="2869771" cy="1563379"/>
            <a:chOff x="44879" y="27296"/>
            <a:chExt cx="2869771" cy="1563379"/>
          </a:xfrm>
        </p:grpSpPr>
        <p:cxnSp>
          <p:nvCxnSpPr>
            <p:cNvPr id="138" name="Google Shape;138;p17"/>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39" name="Google Shape;139;p17"/>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40" name="Google Shape;140;p17"/>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141" name="Google Shape;141;p17"/>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17"/>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17"/>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17"/>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45" name="Google Shape;145;p17"/>
          <p:cNvGrpSpPr/>
          <p:nvPr/>
        </p:nvGrpSpPr>
        <p:grpSpPr>
          <a:xfrm>
            <a:off x="16026" y="4629289"/>
            <a:ext cx="434350" cy="2228711"/>
            <a:chOff x="16026" y="4629289"/>
            <a:chExt cx="434350" cy="2228711"/>
          </a:xfrm>
        </p:grpSpPr>
        <p:sp>
          <p:nvSpPr>
            <p:cNvPr id="146" name="Google Shape;146;p17"/>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17"/>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17"/>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17"/>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17"/>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17"/>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52" name="Google Shape;152;p17"/>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7"/>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17"/>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55" name="Google Shape;155;p17"/>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156" name="Google Shape;156;p17"/>
          <p:cNvGrpSpPr/>
          <p:nvPr/>
        </p:nvGrpSpPr>
        <p:grpSpPr>
          <a:xfrm rot="10800000">
            <a:off x="9265363" y="5246044"/>
            <a:ext cx="2869771" cy="1563379"/>
            <a:chOff x="44879" y="27296"/>
            <a:chExt cx="2869771" cy="1563379"/>
          </a:xfrm>
        </p:grpSpPr>
        <p:cxnSp>
          <p:nvCxnSpPr>
            <p:cNvPr id="157" name="Google Shape;157;p17"/>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58" name="Google Shape;158;p17"/>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59" name="Google Shape;159;p17"/>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ống" type="blank">
  <p:cSld name="BLANK">
    <p:spTree>
      <p:nvGrpSpPr>
        <p:cNvPr id="160" name="Shape 160"/>
        <p:cNvGrpSpPr/>
        <p:nvPr/>
      </p:nvGrpSpPr>
      <p:grpSpPr>
        <a:xfrm>
          <a:off x="0" y="0"/>
          <a:ext cx="0" cy="0"/>
          <a:chOff x="0" y="0"/>
          <a:chExt cx="0" cy="0"/>
        </a:xfrm>
      </p:grpSpPr>
      <p:sp>
        <p:nvSpPr>
          <p:cNvPr id="161" name="Google Shape;161;p18"/>
          <p:cNvSpPr txBox="1"/>
          <p:nvPr>
            <p:ph idx="11" type="ftr"/>
          </p:nvPr>
        </p:nvSpPr>
        <p:spPr>
          <a:xfrm>
            <a:off x="3684104" y="6481647"/>
            <a:ext cx="482379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18"/>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4" name="Google Shape;164;p18"/>
          <p:cNvGrpSpPr/>
          <p:nvPr/>
        </p:nvGrpSpPr>
        <p:grpSpPr>
          <a:xfrm>
            <a:off x="58527" y="40944"/>
            <a:ext cx="2869771" cy="1563379"/>
            <a:chOff x="44879" y="27296"/>
            <a:chExt cx="2869771" cy="1563379"/>
          </a:xfrm>
        </p:grpSpPr>
        <p:cxnSp>
          <p:nvCxnSpPr>
            <p:cNvPr id="165" name="Google Shape;165;p18"/>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66" name="Google Shape;166;p18"/>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67" name="Google Shape;167;p18"/>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168" name="Google Shape;168;p18"/>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9" name="Google Shape;169;p18"/>
          <p:cNvGrpSpPr/>
          <p:nvPr/>
        </p:nvGrpSpPr>
        <p:grpSpPr>
          <a:xfrm rot="10800000">
            <a:off x="9263702" y="5253677"/>
            <a:ext cx="2869771" cy="1563379"/>
            <a:chOff x="44879" y="27296"/>
            <a:chExt cx="2869771" cy="1563379"/>
          </a:xfrm>
        </p:grpSpPr>
        <p:cxnSp>
          <p:nvCxnSpPr>
            <p:cNvPr id="170" name="Google Shape;170;p18"/>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171" name="Google Shape;171;p18"/>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172" name="Google Shape;172;p18"/>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173" name="Google Shape;173;p18"/>
          <p:cNvSpPr/>
          <p:nvPr/>
        </p:nvSpPr>
        <p:spPr>
          <a:xfrm>
            <a:off x="11926541" y="6589084"/>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74" name="Google Shape;174;p18"/>
          <p:cNvSpPr/>
          <p:nvPr/>
        </p:nvSpPr>
        <p:spPr>
          <a:xfrm>
            <a:off x="16026" y="4629289"/>
            <a:ext cx="434350" cy="346950"/>
          </a:xfrm>
          <a:prstGeom prst="rect">
            <a:avLst/>
          </a:prstGeom>
          <a:gradFill>
            <a:gsLst>
              <a:gs pos="0">
                <a:srgbClr val="0072FF"/>
              </a:gs>
              <a:gs pos="100000">
                <a:srgbClr val="00C6FF"/>
              </a:gs>
            </a:gsLst>
            <a:lin ang="2700000" scaled="0"/>
          </a:grad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18"/>
          <p:cNvSpPr/>
          <p:nvPr/>
        </p:nvSpPr>
        <p:spPr>
          <a:xfrm>
            <a:off x="16026" y="5005641"/>
            <a:ext cx="434350" cy="346950"/>
          </a:xfrm>
          <a:prstGeom prst="rect">
            <a:avLst/>
          </a:prstGeom>
          <a:gradFill>
            <a:gsLst>
              <a:gs pos="0">
                <a:srgbClr val="0072FF"/>
              </a:gs>
              <a:gs pos="100000">
                <a:srgbClr val="00C6FF"/>
              </a:gs>
            </a:gsLst>
            <a:lin ang="2700000" scaled="0"/>
          </a:grad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18"/>
          <p:cNvSpPr/>
          <p:nvPr/>
        </p:nvSpPr>
        <p:spPr>
          <a:xfrm>
            <a:off x="16026" y="5381993"/>
            <a:ext cx="434350" cy="346950"/>
          </a:xfrm>
          <a:prstGeom prst="rect">
            <a:avLst/>
          </a:prstGeom>
          <a:gradFill>
            <a:gsLst>
              <a:gs pos="0">
                <a:srgbClr val="0072FF"/>
              </a:gs>
              <a:gs pos="100000">
                <a:srgbClr val="00C6FF"/>
              </a:gs>
            </a:gsLst>
            <a:lin ang="2700000" scaled="0"/>
          </a:grad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 name="Google Shape;177;p18"/>
          <p:cNvSpPr/>
          <p:nvPr/>
        </p:nvSpPr>
        <p:spPr>
          <a:xfrm>
            <a:off x="16026" y="5758345"/>
            <a:ext cx="434350" cy="346950"/>
          </a:xfrm>
          <a:prstGeom prst="rect">
            <a:avLst/>
          </a:prstGeom>
          <a:no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18"/>
          <p:cNvSpPr/>
          <p:nvPr/>
        </p:nvSpPr>
        <p:spPr>
          <a:xfrm>
            <a:off x="16026" y="6134697"/>
            <a:ext cx="434350" cy="346950"/>
          </a:xfrm>
          <a:prstGeom prst="rect">
            <a:avLst/>
          </a:prstGeom>
          <a:no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18"/>
          <p:cNvSpPr/>
          <p:nvPr/>
        </p:nvSpPr>
        <p:spPr>
          <a:xfrm>
            <a:off x="16026" y="6511050"/>
            <a:ext cx="434350" cy="346950"/>
          </a:xfrm>
          <a:prstGeom prst="rect">
            <a:avLst/>
          </a:prstGeom>
          <a:no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clipart, vector graphics&#10;&#10;Description automatically generated" id="180" name="Google Shape;180;p18"/>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181" name="Google Shape;181;p18"/>
          <p:cNvSpPr txBox="1"/>
          <p:nvPr>
            <p:ph idx="12" type="sldNum"/>
          </p:nvPr>
        </p:nvSpPr>
        <p:spPr>
          <a:xfrm>
            <a:off x="11897699" y="6560242"/>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182" name="Google Shape;182;p18"/>
          <p:cNvSpPr txBox="1"/>
          <p:nvPr>
            <p:ph idx="10" type="dt"/>
          </p:nvPr>
        </p:nvSpPr>
        <p:spPr>
          <a:xfrm>
            <a:off x="838200" y="6481647"/>
            <a:ext cx="2148299"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êu đề chương">
  <p:cSld name="3_Tiêu đề chương">
    <p:spTree>
      <p:nvGrpSpPr>
        <p:cNvPr id="183" name="Shape 183"/>
        <p:cNvGrpSpPr/>
        <p:nvPr/>
      </p:nvGrpSpPr>
      <p:grpSpPr>
        <a:xfrm>
          <a:off x="0" y="0"/>
          <a:ext cx="0" cy="0"/>
          <a:chOff x="0" y="0"/>
          <a:chExt cx="0" cy="0"/>
        </a:xfrm>
      </p:grpSpPr>
      <p:pic>
        <p:nvPicPr>
          <p:cNvPr descr="Background pattern&#10;&#10;Description automatically generated" id="184" name="Google Shape;184;p19"/>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185" name="Google Shape;185;p19"/>
          <p:cNvSpPr/>
          <p:nvPr/>
        </p:nvSpPr>
        <p:spPr>
          <a:xfrm>
            <a:off x="-1" y="-3113"/>
            <a:ext cx="12192000" cy="6858000"/>
          </a:xfrm>
          <a:prstGeom prst="rect">
            <a:avLst/>
          </a:prstGeom>
          <a:gradFill>
            <a:gsLst>
              <a:gs pos="0">
                <a:srgbClr val="0A4671">
                  <a:alpha val="74901"/>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19"/>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7" name="Google Shape;187;p19"/>
          <p:cNvGrpSpPr/>
          <p:nvPr/>
        </p:nvGrpSpPr>
        <p:grpSpPr>
          <a:xfrm>
            <a:off x="58527" y="40944"/>
            <a:ext cx="2869771" cy="1563379"/>
            <a:chOff x="44879" y="27296"/>
            <a:chExt cx="2869771" cy="1563379"/>
          </a:xfrm>
        </p:grpSpPr>
        <p:cxnSp>
          <p:nvCxnSpPr>
            <p:cNvPr id="188" name="Google Shape;188;p19"/>
            <p:cNvCxnSpPr/>
            <p:nvPr/>
          </p:nvCxnSpPr>
          <p:spPr>
            <a:xfrm rot="10800000">
              <a:off x="766351" y="34631"/>
              <a:ext cx="2148299" cy="0"/>
            </a:xfrm>
            <a:prstGeom prst="straightConnector1">
              <a:avLst/>
            </a:prstGeom>
            <a:noFill/>
            <a:ln cap="flat" cmpd="sng" w="38100">
              <a:solidFill>
                <a:srgbClr val="00F7FF"/>
              </a:solidFill>
              <a:prstDash val="solid"/>
              <a:miter lim="800000"/>
              <a:headEnd len="sm" w="sm" type="none"/>
              <a:tailEnd len="sm" w="sm" type="none"/>
            </a:ln>
          </p:spPr>
        </p:cxnSp>
        <p:cxnSp>
          <p:nvCxnSpPr>
            <p:cNvPr id="189" name="Google Shape;189;p19"/>
            <p:cNvCxnSpPr/>
            <p:nvPr/>
          </p:nvCxnSpPr>
          <p:spPr>
            <a:xfrm flipH="1">
              <a:off x="44879" y="27296"/>
              <a:ext cx="737495" cy="644210"/>
            </a:xfrm>
            <a:prstGeom prst="straightConnector1">
              <a:avLst/>
            </a:prstGeom>
            <a:noFill/>
            <a:ln cap="flat" cmpd="sng" w="38100">
              <a:solidFill>
                <a:srgbClr val="00F7FF"/>
              </a:solidFill>
              <a:prstDash val="solid"/>
              <a:miter lim="800000"/>
              <a:headEnd len="sm" w="sm" type="none"/>
              <a:tailEnd len="sm" w="sm" type="none"/>
            </a:ln>
          </p:spPr>
        </p:cxnSp>
        <p:cxnSp>
          <p:nvCxnSpPr>
            <p:cNvPr id="190" name="Google Shape;190;p19"/>
            <p:cNvCxnSpPr/>
            <p:nvPr/>
          </p:nvCxnSpPr>
          <p:spPr>
            <a:xfrm rot="10800000">
              <a:off x="52214" y="654128"/>
              <a:ext cx="0" cy="936547"/>
            </a:xfrm>
            <a:prstGeom prst="straightConnector1">
              <a:avLst/>
            </a:prstGeom>
            <a:noFill/>
            <a:ln cap="flat" cmpd="sng" w="38100">
              <a:solidFill>
                <a:srgbClr val="00F7FF"/>
              </a:solidFill>
              <a:prstDash val="solid"/>
              <a:miter lim="800000"/>
              <a:headEnd len="sm" w="sm" type="none"/>
              <a:tailEnd len="sm" w="sm" type="none"/>
            </a:ln>
          </p:spPr>
        </p:cxnSp>
      </p:grpSp>
      <p:sp>
        <p:nvSpPr>
          <p:cNvPr id="191" name="Google Shape;191;p19"/>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2" name="Google Shape;192;p19"/>
          <p:cNvGrpSpPr/>
          <p:nvPr/>
        </p:nvGrpSpPr>
        <p:grpSpPr>
          <a:xfrm rot="10800000">
            <a:off x="9263702" y="5253677"/>
            <a:ext cx="2869771" cy="1563379"/>
            <a:chOff x="44879" y="27296"/>
            <a:chExt cx="2869771" cy="1563379"/>
          </a:xfrm>
        </p:grpSpPr>
        <p:cxnSp>
          <p:nvCxnSpPr>
            <p:cNvPr id="193" name="Google Shape;193;p19"/>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194" name="Google Shape;194;p19"/>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195" name="Google Shape;195;p19"/>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196" name="Google Shape;196;p19"/>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19"/>
          <p:cNvSpPr txBox="1"/>
          <p:nvPr>
            <p:ph idx="10" type="dt"/>
          </p:nvPr>
        </p:nvSpPr>
        <p:spPr>
          <a:xfrm>
            <a:off x="6060300" y="6481647"/>
            <a:ext cx="2090098"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19"/>
          <p:cNvSpPr txBox="1"/>
          <p:nvPr>
            <p:ph idx="11" type="ftr"/>
          </p:nvPr>
        </p:nvSpPr>
        <p:spPr>
          <a:xfrm>
            <a:off x="838200" y="6481647"/>
            <a:ext cx="447592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19"/>
          <p:cNvSpPr/>
          <p:nvPr/>
        </p:nvSpPr>
        <p:spPr>
          <a:xfrm>
            <a:off x="95208" y="658315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200" name="Google Shape;200;p19"/>
          <p:cNvSpPr txBox="1"/>
          <p:nvPr>
            <p:ph idx="12" type="sldNum"/>
          </p:nvPr>
        </p:nvSpPr>
        <p:spPr>
          <a:xfrm>
            <a:off x="6586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201" name="Google Shape;201;p19"/>
          <p:cNvSpPr/>
          <p:nvPr>
            <p:ph idx="1" type="body"/>
          </p:nvPr>
        </p:nvSpPr>
        <p:spPr>
          <a:xfrm>
            <a:off x="1704109" y="3019167"/>
            <a:ext cx="4583866" cy="1439258"/>
          </a:xfrm>
          <a:prstGeom prst="roundRect">
            <a:avLst>
              <a:gd fmla="val 2631" name="adj"/>
            </a:avLst>
          </a:prstGeom>
          <a:solidFill>
            <a:srgbClr val="F2F2F2"/>
          </a:solidFill>
          <a:ln cap="rnd" cmpd="sng" w="19050">
            <a:solidFill>
              <a:srgbClr val="00C6FF"/>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72FF"/>
              </a:buClr>
              <a:buSzPts val="2000"/>
              <a:buNone/>
              <a:defRPr b="1" i="0" sz="2000">
                <a:solidFill>
                  <a:srgbClr val="0072FF"/>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02" name="Google Shape;202;p19"/>
          <p:cNvGrpSpPr/>
          <p:nvPr/>
        </p:nvGrpSpPr>
        <p:grpSpPr>
          <a:xfrm>
            <a:off x="-1" y="4458425"/>
            <a:ext cx="8647103" cy="664514"/>
            <a:chOff x="-349411" y="1322122"/>
            <a:chExt cx="8647103" cy="664514"/>
          </a:xfrm>
        </p:grpSpPr>
        <p:cxnSp>
          <p:nvCxnSpPr>
            <p:cNvPr id="203" name="Google Shape;203;p19"/>
            <p:cNvCxnSpPr/>
            <p:nvPr/>
          </p:nvCxnSpPr>
          <p:spPr>
            <a:xfrm>
              <a:off x="-349411" y="1986636"/>
              <a:ext cx="6360520" cy="0"/>
            </a:xfrm>
            <a:prstGeom prst="straightConnector1">
              <a:avLst/>
            </a:prstGeom>
            <a:noFill/>
            <a:ln cap="rnd" cmpd="sng" w="38100">
              <a:solidFill>
                <a:srgbClr val="00F7FF"/>
              </a:solidFill>
              <a:prstDash val="solid"/>
              <a:round/>
              <a:headEnd len="sm" w="sm" type="none"/>
              <a:tailEnd len="sm" w="sm" type="none"/>
            </a:ln>
          </p:spPr>
        </p:cxnSp>
        <p:cxnSp>
          <p:nvCxnSpPr>
            <p:cNvPr id="204" name="Google Shape;204;p19"/>
            <p:cNvCxnSpPr/>
            <p:nvPr/>
          </p:nvCxnSpPr>
          <p:spPr>
            <a:xfrm flipH="1" rot="10800000">
              <a:off x="6011109" y="1480500"/>
              <a:ext cx="591405" cy="506136"/>
            </a:xfrm>
            <a:prstGeom prst="straightConnector1">
              <a:avLst/>
            </a:prstGeom>
            <a:noFill/>
            <a:ln cap="rnd" cmpd="sng" w="38100">
              <a:solidFill>
                <a:srgbClr val="00F7FF"/>
              </a:solidFill>
              <a:prstDash val="solid"/>
              <a:round/>
              <a:headEnd len="sm" w="sm" type="none"/>
              <a:tailEnd len="sm" w="sm" type="none"/>
            </a:ln>
          </p:spPr>
        </p:cxnSp>
        <p:cxnSp>
          <p:nvCxnSpPr>
            <p:cNvPr id="205" name="Google Shape;205;p19"/>
            <p:cNvCxnSpPr/>
            <p:nvPr/>
          </p:nvCxnSpPr>
          <p:spPr>
            <a:xfrm>
              <a:off x="6602514" y="1480500"/>
              <a:ext cx="1378423" cy="0"/>
            </a:xfrm>
            <a:prstGeom prst="straightConnector1">
              <a:avLst/>
            </a:prstGeom>
            <a:noFill/>
            <a:ln cap="rnd" cmpd="sng" w="38100">
              <a:solidFill>
                <a:srgbClr val="00F7FF"/>
              </a:solidFill>
              <a:prstDash val="solid"/>
              <a:round/>
              <a:headEnd len="sm" w="sm" type="none"/>
              <a:tailEnd len="sm" w="sm" type="none"/>
            </a:ln>
          </p:spPr>
        </p:cxnSp>
        <p:sp>
          <p:nvSpPr>
            <p:cNvPr id="206" name="Google Shape;206;p19"/>
            <p:cNvSpPr/>
            <p:nvPr/>
          </p:nvSpPr>
          <p:spPr>
            <a:xfrm>
              <a:off x="7980937" y="1322122"/>
              <a:ext cx="316755" cy="316755"/>
            </a:xfrm>
            <a:prstGeom prst="ellipse">
              <a:avLst/>
            </a:prstGeom>
            <a:gradFill>
              <a:gsLst>
                <a:gs pos="0">
                  <a:srgbClr val="00F7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07" name="Google Shape;207;p19"/>
          <p:cNvSpPr/>
          <p:nvPr/>
        </p:nvSpPr>
        <p:spPr>
          <a:xfrm>
            <a:off x="796022" y="2736380"/>
            <a:ext cx="2019600" cy="2019600"/>
          </a:xfrm>
          <a:prstGeom prst="ellipse">
            <a:avLst/>
          </a:prstGeom>
          <a:gradFill>
            <a:gsLst>
              <a:gs pos="0">
                <a:srgbClr val="00C6FF"/>
              </a:gs>
              <a:gs pos="100000">
                <a:srgbClr val="0072FF"/>
              </a:gs>
            </a:gsLst>
            <a:lin ang="5400000" scaled="0"/>
          </a:gradFill>
          <a:ln cap="flat" cmpd="sng" w="12700">
            <a:solidFill>
              <a:srgbClr val="00C6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8" name="Google Shape;208;p19"/>
          <p:cNvSpPr/>
          <p:nvPr>
            <p:ph idx="2" type="pic"/>
          </p:nvPr>
        </p:nvSpPr>
        <p:spPr>
          <a:xfrm>
            <a:off x="690326" y="2728996"/>
            <a:ext cx="2020888" cy="2019600"/>
          </a:xfrm>
          <a:prstGeom prst="ellipse">
            <a:avLst/>
          </a:prstGeom>
          <a:solidFill>
            <a:schemeClr val="lt1"/>
          </a:solidFill>
          <a:ln cap="flat" cmpd="sng" w="19050">
            <a:solidFill>
              <a:srgbClr val="00F7FF"/>
            </a:solidFill>
            <a:prstDash val="solid"/>
            <a:round/>
            <a:headEnd len="sm" w="sm" type="none"/>
            <a:tailEnd len="sm" w="sm" type="none"/>
          </a:ln>
          <a:effectLst>
            <a:outerShdw blurRad="63500" sx="102000" rotWithShape="0" algn="ctr" sy="102000">
              <a:srgbClr val="000000">
                <a:alpha val="40000"/>
              </a:srgbClr>
            </a:outerShdw>
          </a:effectLst>
        </p:spPr>
      </p:sp>
      <p:sp>
        <p:nvSpPr>
          <p:cNvPr id="209" name="Google Shape;209;p19"/>
          <p:cNvSpPr txBox="1"/>
          <p:nvPr>
            <p:ph idx="3" type="body"/>
          </p:nvPr>
        </p:nvSpPr>
        <p:spPr>
          <a:xfrm>
            <a:off x="2711214" y="2263753"/>
            <a:ext cx="3576761" cy="622002"/>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rgbClr val="00F7FF"/>
              </a:buClr>
              <a:buSzPts val="3600"/>
              <a:buNone/>
              <a:defRPr b="1" sz="36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ục lục">
  <p:cSld name="1_Mục lục">
    <p:spTree>
      <p:nvGrpSpPr>
        <p:cNvPr id="210" name="Shape 210"/>
        <p:cNvGrpSpPr/>
        <p:nvPr/>
      </p:nvGrpSpPr>
      <p:grpSpPr>
        <a:xfrm>
          <a:off x="0" y="0"/>
          <a:ext cx="0" cy="0"/>
          <a:chOff x="0" y="0"/>
          <a:chExt cx="0" cy="0"/>
        </a:xfrm>
      </p:grpSpPr>
      <p:sp>
        <p:nvSpPr>
          <p:cNvPr id="211" name="Google Shape;211;p20"/>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2" name="Google Shape;212;p20"/>
          <p:cNvGrpSpPr/>
          <p:nvPr/>
        </p:nvGrpSpPr>
        <p:grpSpPr>
          <a:xfrm rot="10800000">
            <a:off x="9263702" y="5930537"/>
            <a:ext cx="2869771" cy="886519"/>
            <a:chOff x="44879" y="27296"/>
            <a:chExt cx="2869771" cy="886519"/>
          </a:xfrm>
        </p:grpSpPr>
        <p:cxnSp>
          <p:nvCxnSpPr>
            <p:cNvPr id="213" name="Google Shape;213;p20"/>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214" name="Google Shape;214;p20"/>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215" name="Google Shape;215;p20"/>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216" name="Google Shape;216;p20"/>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217" name="Google Shape;217;p20"/>
          <p:cNvGrpSpPr/>
          <p:nvPr/>
        </p:nvGrpSpPr>
        <p:grpSpPr>
          <a:xfrm>
            <a:off x="-2323526" y="1121391"/>
            <a:ext cx="4841288" cy="5054000"/>
            <a:chOff x="-1259888" y="901609"/>
            <a:chExt cx="4841288" cy="5054000"/>
          </a:xfrm>
        </p:grpSpPr>
        <p:grpSp>
          <p:nvGrpSpPr>
            <p:cNvPr id="218" name="Google Shape;218;p20"/>
            <p:cNvGrpSpPr/>
            <p:nvPr/>
          </p:nvGrpSpPr>
          <p:grpSpPr>
            <a:xfrm>
              <a:off x="-1225468" y="901609"/>
              <a:ext cx="4806868" cy="664514"/>
              <a:chOff x="0" y="901609"/>
              <a:chExt cx="4806868" cy="664514"/>
            </a:xfrm>
          </p:grpSpPr>
          <p:cxnSp>
            <p:nvCxnSpPr>
              <p:cNvPr id="219" name="Google Shape;219;p20"/>
              <p:cNvCxnSpPr/>
              <p:nvPr/>
            </p:nvCxnSpPr>
            <p:spPr>
              <a:xfrm>
                <a:off x="0" y="1566123"/>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20" name="Google Shape;220;p20"/>
              <p:cNvCxnSpPr/>
              <p:nvPr/>
            </p:nvCxnSpPr>
            <p:spPr>
              <a:xfrm flipH="1" rot="10800000">
                <a:off x="2520285" y="1059987"/>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21" name="Google Shape;221;p20"/>
              <p:cNvCxnSpPr/>
              <p:nvPr/>
            </p:nvCxnSpPr>
            <p:spPr>
              <a:xfrm>
                <a:off x="3111690" y="1059987"/>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22" name="Google Shape;222;p20"/>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23" name="Google Shape;223;p20"/>
            <p:cNvGrpSpPr/>
            <p:nvPr/>
          </p:nvGrpSpPr>
          <p:grpSpPr>
            <a:xfrm flipH="1" rot="10800000">
              <a:off x="-1225468" y="5291095"/>
              <a:ext cx="4806868" cy="664514"/>
              <a:chOff x="0" y="1232525"/>
              <a:chExt cx="4806868" cy="664514"/>
            </a:xfrm>
          </p:grpSpPr>
          <p:cxnSp>
            <p:nvCxnSpPr>
              <p:cNvPr id="224" name="Google Shape;224;p20"/>
              <p:cNvCxnSpPr/>
              <p:nvPr/>
            </p:nvCxnSpPr>
            <p:spPr>
              <a:xfrm>
                <a:off x="0" y="1897039"/>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25" name="Google Shape;225;p20"/>
              <p:cNvCxnSpPr/>
              <p:nvPr/>
            </p:nvCxnSpPr>
            <p:spPr>
              <a:xfrm flipH="1" rot="10800000">
                <a:off x="2520285" y="1390903"/>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26" name="Google Shape;226;p20"/>
              <p:cNvCxnSpPr/>
              <p:nvPr/>
            </p:nvCxnSpPr>
            <p:spPr>
              <a:xfrm>
                <a:off x="3111690" y="1390903"/>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27" name="Google Shape;227;p20"/>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28" name="Google Shape;228;p20"/>
            <p:cNvGrpSpPr/>
            <p:nvPr/>
          </p:nvGrpSpPr>
          <p:grpSpPr>
            <a:xfrm>
              <a:off x="-1225469" y="1860637"/>
              <a:ext cx="3835321" cy="547270"/>
              <a:chOff x="-1" y="1860637"/>
              <a:chExt cx="3835321" cy="547270"/>
            </a:xfrm>
          </p:grpSpPr>
          <p:sp>
            <p:nvSpPr>
              <p:cNvPr id="229" name="Google Shape;229;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0" name="Google Shape;230;p20"/>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31" name="Google Shape;231;p20"/>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32" name="Google Shape;232;p20"/>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33" name="Google Shape;233;p20"/>
            <p:cNvGrpSpPr/>
            <p:nvPr/>
          </p:nvGrpSpPr>
          <p:grpSpPr>
            <a:xfrm flipH="1" rot="10800000">
              <a:off x="-1259888" y="4408929"/>
              <a:ext cx="3835321" cy="547270"/>
              <a:chOff x="-1" y="1860637"/>
              <a:chExt cx="3835321" cy="547270"/>
            </a:xfrm>
          </p:grpSpPr>
          <p:sp>
            <p:nvSpPr>
              <p:cNvPr id="234" name="Google Shape;234;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5" name="Google Shape;235;p20"/>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36" name="Google Shape;236;p20"/>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37" name="Google Shape;237;p20"/>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38" name="Google Shape;238;p20"/>
            <p:cNvGrpSpPr/>
            <p:nvPr/>
          </p:nvGrpSpPr>
          <p:grpSpPr>
            <a:xfrm>
              <a:off x="-1252333" y="2715185"/>
              <a:ext cx="2776521" cy="436736"/>
              <a:chOff x="-26865" y="2715185"/>
              <a:chExt cx="2776521" cy="436736"/>
            </a:xfrm>
          </p:grpSpPr>
          <p:cxnSp>
            <p:nvCxnSpPr>
              <p:cNvPr id="239" name="Google Shape;239;p20"/>
              <p:cNvCxnSpPr/>
              <p:nvPr/>
            </p:nvCxnSpPr>
            <p:spPr>
              <a:xfrm>
                <a:off x="-26865" y="3151921"/>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0" name="Google Shape;240;p20"/>
              <p:cNvCxnSpPr/>
              <p:nvPr/>
            </p:nvCxnSpPr>
            <p:spPr>
              <a:xfrm flipH="1" rot="10800000">
                <a:off x="1368303" y="2877197"/>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1" name="Google Shape;241;p20"/>
              <p:cNvCxnSpPr/>
              <p:nvPr/>
            </p:nvCxnSpPr>
            <p:spPr>
              <a:xfrm>
                <a:off x="1695690" y="2877197"/>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42" name="Google Shape;242;p20"/>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43" name="Google Shape;243;p20"/>
            <p:cNvGrpSpPr/>
            <p:nvPr/>
          </p:nvGrpSpPr>
          <p:grpSpPr>
            <a:xfrm>
              <a:off x="-1225468" y="3843225"/>
              <a:ext cx="2802371" cy="433101"/>
              <a:chOff x="-34420" y="3843718"/>
              <a:chExt cx="2802371" cy="433101"/>
            </a:xfrm>
          </p:grpSpPr>
          <p:cxnSp>
            <p:nvCxnSpPr>
              <p:cNvPr id="244" name="Google Shape;244;p20"/>
              <p:cNvCxnSpPr/>
              <p:nvPr/>
            </p:nvCxnSpPr>
            <p:spPr>
              <a:xfrm>
                <a:off x="-34420" y="3843718"/>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5" name="Google Shape;245;p20"/>
              <p:cNvCxnSpPr/>
              <p:nvPr/>
            </p:nvCxnSpPr>
            <p:spPr>
              <a:xfrm>
                <a:off x="1360748" y="3843718"/>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6" name="Google Shape;246;p20"/>
              <p:cNvCxnSpPr/>
              <p:nvPr/>
            </p:nvCxnSpPr>
            <p:spPr>
              <a:xfrm>
                <a:off x="1688135" y="4118442"/>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47" name="Google Shape;247;p20"/>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48" name="Google Shape;248;p20"/>
          <p:cNvGrpSpPr/>
          <p:nvPr/>
        </p:nvGrpSpPr>
        <p:grpSpPr>
          <a:xfrm flipH="1">
            <a:off x="9674240" y="1121391"/>
            <a:ext cx="4841288" cy="5054000"/>
            <a:chOff x="-1259888" y="901609"/>
            <a:chExt cx="4841288" cy="5054000"/>
          </a:xfrm>
        </p:grpSpPr>
        <p:grpSp>
          <p:nvGrpSpPr>
            <p:cNvPr id="249" name="Google Shape;249;p20"/>
            <p:cNvGrpSpPr/>
            <p:nvPr/>
          </p:nvGrpSpPr>
          <p:grpSpPr>
            <a:xfrm>
              <a:off x="-1225468" y="901609"/>
              <a:ext cx="4806868" cy="664514"/>
              <a:chOff x="0" y="901609"/>
              <a:chExt cx="4806868" cy="664514"/>
            </a:xfrm>
          </p:grpSpPr>
          <p:cxnSp>
            <p:nvCxnSpPr>
              <p:cNvPr id="250" name="Google Shape;250;p20"/>
              <p:cNvCxnSpPr/>
              <p:nvPr/>
            </p:nvCxnSpPr>
            <p:spPr>
              <a:xfrm>
                <a:off x="0" y="1566123"/>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1" name="Google Shape;251;p20"/>
              <p:cNvCxnSpPr/>
              <p:nvPr/>
            </p:nvCxnSpPr>
            <p:spPr>
              <a:xfrm flipH="1" rot="10800000">
                <a:off x="2520285" y="1059987"/>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2" name="Google Shape;252;p20"/>
              <p:cNvCxnSpPr/>
              <p:nvPr/>
            </p:nvCxnSpPr>
            <p:spPr>
              <a:xfrm>
                <a:off x="3111690" y="1059987"/>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53" name="Google Shape;253;p20"/>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54" name="Google Shape;254;p20"/>
            <p:cNvGrpSpPr/>
            <p:nvPr/>
          </p:nvGrpSpPr>
          <p:grpSpPr>
            <a:xfrm flipH="1" rot="10800000">
              <a:off x="-1225468" y="5291095"/>
              <a:ext cx="4806868" cy="664514"/>
              <a:chOff x="0" y="1232525"/>
              <a:chExt cx="4806868" cy="664514"/>
            </a:xfrm>
          </p:grpSpPr>
          <p:cxnSp>
            <p:nvCxnSpPr>
              <p:cNvPr id="255" name="Google Shape;255;p20"/>
              <p:cNvCxnSpPr/>
              <p:nvPr/>
            </p:nvCxnSpPr>
            <p:spPr>
              <a:xfrm>
                <a:off x="0" y="1897039"/>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6" name="Google Shape;256;p20"/>
              <p:cNvCxnSpPr/>
              <p:nvPr/>
            </p:nvCxnSpPr>
            <p:spPr>
              <a:xfrm flipH="1" rot="10800000">
                <a:off x="2520285" y="1390903"/>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7" name="Google Shape;257;p20"/>
              <p:cNvCxnSpPr/>
              <p:nvPr/>
            </p:nvCxnSpPr>
            <p:spPr>
              <a:xfrm>
                <a:off x="3111690" y="1390903"/>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58" name="Google Shape;258;p20"/>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59" name="Google Shape;259;p20"/>
            <p:cNvGrpSpPr/>
            <p:nvPr/>
          </p:nvGrpSpPr>
          <p:grpSpPr>
            <a:xfrm>
              <a:off x="-1225469" y="1860637"/>
              <a:ext cx="3835321" cy="547270"/>
              <a:chOff x="-1" y="1860637"/>
              <a:chExt cx="3835321" cy="547270"/>
            </a:xfrm>
          </p:grpSpPr>
          <p:sp>
            <p:nvSpPr>
              <p:cNvPr id="260" name="Google Shape;260;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61" name="Google Shape;261;p20"/>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2" name="Google Shape;262;p20"/>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3" name="Google Shape;263;p20"/>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64" name="Google Shape;264;p20"/>
            <p:cNvGrpSpPr/>
            <p:nvPr/>
          </p:nvGrpSpPr>
          <p:grpSpPr>
            <a:xfrm flipH="1" rot="10800000">
              <a:off x="-1259888" y="4408929"/>
              <a:ext cx="3835321" cy="547270"/>
              <a:chOff x="-1" y="1860637"/>
              <a:chExt cx="3835321" cy="547270"/>
            </a:xfrm>
          </p:grpSpPr>
          <p:sp>
            <p:nvSpPr>
              <p:cNvPr id="265" name="Google Shape;265;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66" name="Google Shape;266;p20"/>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7" name="Google Shape;267;p20"/>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8" name="Google Shape;268;p20"/>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69" name="Google Shape;269;p20"/>
            <p:cNvGrpSpPr/>
            <p:nvPr/>
          </p:nvGrpSpPr>
          <p:grpSpPr>
            <a:xfrm>
              <a:off x="-1252333" y="2715185"/>
              <a:ext cx="2776521" cy="436736"/>
              <a:chOff x="-26865" y="2715185"/>
              <a:chExt cx="2776521" cy="436736"/>
            </a:xfrm>
          </p:grpSpPr>
          <p:cxnSp>
            <p:nvCxnSpPr>
              <p:cNvPr id="270" name="Google Shape;270;p20"/>
              <p:cNvCxnSpPr/>
              <p:nvPr/>
            </p:nvCxnSpPr>
            <p:spPr>
              <a:xfrm>
                <a:off x="-26865" y="3151921"/>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1" name="Google Shape;271;p20"/>
              <p:cNvCxnSpPr/>
              <p:nvPr/>
            </p:nvCxnSpPr>
            <p:spPr>
              <a:xfrm flipH="1" rot="10800000">
                <a:off x="1368303" y="2877197"/>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2" name="Google Shape;272;p20"/>
              <p:cNvCxnSpPr/>
              <p:nvPr/>
            </p:nvCxnSpPr>
            <p:spPr>
              <a:xfrm>
                <a:off x="1695690" y="2877197"/>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73" name="Google Shape;273;p20"/>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74" name="Google Shape;274;p20"/>
            <p:cNvGrpSpPr/>
            <p:nvPr/>
          </p:nvGrpSpPr>
          <p:grpSpPr>
            <a:xfrm>
              <a:off x="-1225468" y="3843225"/>
              <a:ext cx="2802371" cy="433101"/>
              <a:chOff x="-34420" y="3843718"/>
              <a:chExt cx="2802371" cy="433101"/>
            </a:xfrm>
          </p:grpSpPr>
          <p:cxnSp>
            <p:nvCxnSpPr>
              <p:cNvPr id="275" name="Google Shape;275;p20"/>
              <p:cNvCxnSpPr/>
              <p:nvPr/>
            </p:nvCxnSpPr>
            <p:spPr>
              <a:xfrm>
                <a:off x="-34420" y="3843718"/>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6" name="Google Shape;276;p20"/>
              <p:cNvCxnSpPr/>
              <p:nvPr/>
            </p:nvCxnSpPr>
            <p:spPr>
              <a:xfrm>
                <a:off x="1360748" y="3843718"/>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7" name="Google Shape;277;p20"/>
              <p:cNvCxnSpPr/>
              <p:nvPr/>
            </p:nvCxnSpPr>
            <p:spPr>
              <a:xfrm>
                <a:off x="1688135" y="4118442"/>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78" name="Google Shape;278;p20"/>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279" name="Google Shape;279;p20"/>
          <p:cNvSpPr/>
          <p:nvPr/>
        </p:nvSpPr>
        <p:spPr>
          <a:xfrm>
            <a:off x="82718"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280" name="Google Shape;280;p20"/>
          <p:cNvSpPr txBox="1"/>
          <p:nvPr>
            <p:ph idx="12" type="sldNum"/>
          </p:nvPr>
        </p:nvSpPr>
        <p:spPr>
          <a:xfrm>
            <a:off x="58527"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281" name="Google Shape;281;p20"/>
          <p:cNvSpPr txBox="1"/>
          <p:nvPr/>
        </p:nvSpPr>
        <p:spPr>
          <a:xfrm>
            <a:off x="4702630" y="640081"/>
            <a:ext cx="3028822" cy="646331"/>
          </a:xfrm>
          <a:prstGeom prst="rect">
            <a:avLst/>
          </a:prstGeom>
          <a:gradFill>
            <a:gsLst>
              <a:gs pos="0">
                <a:srgbClr val="0072FF"/>
              </a:gs>
              <a:gs pos="100000">
                <a:srgbClr val="00C6FF"/>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b="1" sz="3600">
              <a:solidFill>
                <a:schemeClr val="lt1"/>
              </a:solidFill>
              <a:latin typeface="Times New Roman"/>
              <a:ea typeface="Times New Roman"/>
              <a:cs typeface="Times New Roman"/>
              <a:sym typeface="Times New Roman"/>
            </a:endParaRPr>
          </a:p>
        </p:txBody>
      </p:sp>
      <p:sp>
        <p:nvSpPr>
          <p:cNvPr id="282" name="Google Shape;282;p20"/>
          <p:cNvSpPr txBox="1"/>
          <p:nvPr>
            <p:ph idx="1" type="body"/>
          </p:nvPr>
        </p:nvSpPr>
        <p:spPr>
          <a:xfrm>
            <a:off x="2033899" y="1559014"/>
            <a:ext cx="8124204" cy="4153664"/>
          </a:xfrm>
          <a:prstGeom prst="rect">
            <a:avLst/>
          </a:prstGeom>
          <a:noFill/>
          <a:ln>
            <a:noFill/>
          </a:ln>
        </p:spPr>
        <p:txBody>
          <a:bodyPr anchorCtr="0" anchor="ctr"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Font typeface="Calibri"/>
              <a:buAutoNum type="arabicPeriod"/>
              <a:defRPr sz="2800">
                <a:latin typeface="Arial"/>
                <a:ea typeface="Arial"/>
                <a:cs typeface="Arial"/>
                <a:sym typeface="Arial"/>
              </a:defRPr>
            </a:lvl1pPr>
            <a:lvl2pPr indent="-381000" lvl="1" marL="9144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indent="-355600" lvl="2" marL="1371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indent="-342900" lvl="3" marL="18288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indent="-342900" lvl="4" marL="22860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 name="Google Shape;283;p20"/>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84" name="Google Shape;284;p20"/>
          <p:cNvGrpSpPr/>
          <p:nvPr/>
        </p:nvGrpSpPr>
        <p:grpSpPr>
          <a:xfrm>
            <a:off x="58527" y="40944"/>
            <a:ext cx="2869771" cy="886519"/>
            <a:chOff x="44879" y="27296"/>
            <a:chExt cx="2869771" cy="886519"/>
          </a:xfrm>
        </p:grpSpPr>
        <p:cxnSp>
          <p:nvCxnSpPr>
            <p:cNvPr id="285" name="Google Shape;285;p20"/>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286" name="Google Shape;286;p20"/>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287" name="Google Shape;287;p20"/>
            <p:cNvCxnSpPr/>
            <p:nvPr/>
          </p:nvCxnSpPr>
          <p:spPr>
            <a:xfrm rot="10800000">
              <a:off x="52214" y="654128"/>
              <a:ext cx="0" cy="259687"/>
            </a:xfrm>
            <a:prstGeom prst="straightConnector1">
              <a:avLst/>
            </a:prstGeom>
            <a:noFill/>
            <a:ln cap="flat" cmpd="sng" w="38100">
              <a:solidFill>
                <a:srgbClr val="00C6FF"/>
              </a:solidFill>
              <a:prstDash val="solid"/>
              <a:miter lim="800000"/>
              <a:headEnd len="sm" w="sm" type="none"/>
              <a:tailEnd len="sm" w="sm" type="none"/>
            </a:ln>
          </p:spPr>
        </p:cxnSp>
      </p:grpSp>
      <p:sp>
        <p:nvSpPr>
          <p:cNvPr id="288" name="Google Shape;288;p20"/>
          <p:cNvSpPr txBox="1"/>
          <p:nvPr>
            <p:ph idx="10" type="dt"/>
          </p:nvPr>
        </p:nvSpPr>
        <p:spPr>
          <a:xfrm>
            <a:off x="796022" y="6454635"/>
            <a:ext cx="2132276" cy="2668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20"/>
          <p:cNvSpPr txBox="1"/>
          <p:nvPr>
            <p:ph idx="2" type="body"/>
          </p:nvPr>
        </p:nvSpPr>
        <p:spPr>
          <a:xfrm>
            <a:off x="4859729" y="734646"/>
            <a:ext cx="2714625" cy="4572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p20"/>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chương">
  <p:cSld name="Tiêu đề chương">
    <p:spTree>
      <p:nvGrpSpPr>
        <p:cNvPr id="291" name="Shape 291"/>
        <p:cNvGrpSpPr/>
        <p:nvPr/>
      </p:nvGrpSpPr>
      <p:grpSpPr>
        <a:xfrm>
          <a:off x="0" y="0"/>
          <a:ext cx="0" cy="0"/>
          <a:chOff x="0" y="0"/>
          <a:chExt cx="0" cy="0"/>
        </a:xfrm>
      </p:grpSpPr>
      <p:pic>
        <p:nvPicPr>
          <p:cNvPr descr="Background pattern&#10;&#10;Description automatically generated" id="292" name="Google Shape;292;p21"/>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293" name="Google Shape;293;p21"/>
          <p:cNvSpPr/>
          <p:nvPr/>
        </p:nvSpPr>
        <p:spPr>
          <a:xfrm>
            <a:off x="-1" y="-3113"/>
            <a:ext cx="12192000" cy="6858000"/>
          </a:xfrm>
          <a:prstGeom prst="rect">
            <a:avLst/>
          </a:prstGeom>
          <a:gradFill>
            <a:gsLst>
              <a:gs pos="0">
                <a:srgbClr val="0A4671">
                  <a:alpha val="74901"/>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p21"/>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95" name="Google Shape;295;p21"/>
          <p:cNvGrpSpPr/>
          <p:nvPr/>
        </p:nvGrpSpPr>
        <p:grpSpPr>
          <a:xfrm>
            <a:off x="58527" y="40944"/>
            <a:ext cx="2869771" cy="1563379"/>
            <a:chOff x="44879" y="27296"/>
            <a:chExt cx="2869771" cy="1563379"/>
          </a:xfrm>
        </p:grpSpPr>
        <p:cxnSp>
          <p:nvCxnSpPr>
            <p:cNvPr id="296" name="Google Shape;296;p21"/>
            <p:cNvCxnSpPr/>
            <p:nvPr/>
          </p:nvCxnSpPr>
          <p:spPr>
            <a:xfrm rot="10800000">
              <a:off x="766351" y="34631"/>
              <a:ext cx="2148299" cy="0"/>
            </a:xfrm>
            <a:prstGeom prst="straightConnector1">
              <a:avLst/>
            </a:prstGeom>
            <a:noFill/>
            <a:ln cap="flat" cmpd="sng" w="38100">
              <a:solidFill>
                <a:srgbClr val="00F7FF"/>
              </a:solidFill>
              <a:prstDash val="solid"/>
              <a:miter lim="800000"/>
              <a:headEnd len="sm" w="sm" type="none"/>
              <a:tailEnd len="sm" w="sm" type="none"/>
            </a:ln>
          </p:spPr>
        </p:cxnSp>
        <p:cxnSp>
          <p:nvCxnSpPr>
            <p:cNvPr id="297" name="Google Shape;297;p21"/>
            <p:cNvCxnSpPr/>
            <p:nvPr/>
          </p:nvCxnSpPr>
          <p:spPr>
            <a:xfrm flipH="1">
              <a:off x="44879" y="27296"/>
              <a:ext cx="737495" cy="644210"/>
            </a:xfrm>
            <a:prstGeom prst="straightConnector1">
              <a:avLst/>
            </a:prstGeom>
            <a:noFill/>
            <a:ln cap="flat" cmpd="sng" w="38100">
              <a:solidFill>
                <a:srgbClr val="00F7FF"/>
              </a:solidFill>
              <a:prstDash val="solid"/>
              <a:miter lim="800000"/>
              <a:headEnd len="sm" w="sm" type="none"/>
              <a:tailEnd len="sm" w="sm" type="none"/>
            </a:ln>
          </p:spPr>
        </p:cxnSp>
        <p:cxnSp>
          <p:nvCxnSpPr>
            <p:cNvPr id="298" name="Google Shape;298;p21"/>
            <p:cNvCxnSpPr/>
            <p:nvPr/>
          </p:nvCxnSpPr>
          <p:spPr>
            <a:xfrm rot="10800000">
              <a:off x="52214" y="654128"/>
              <a:ext cx="0" cy="936547"/>
            </a:xfrm>
            <a:prstGeom prst="straightConnector1">
              <a:avLst/>
            </a:prstGeom>
            <a:noFill/>
            <a:ln cap="flat" cmpd="sng" w="38100">
              <a:solidFill>
                <a:srgbClr val="00F7FF"/>
              </a:solidFill>
              <a:prstDash val="solid"/>
              <a:miter lim="800000"/>
              <a:headEnd len="sm" w="sm" type="none"/>
              <a:tailEnd len="sm" w="sm" type="none"/>
            </a:ln>
          </p:spPr>
        </p:cxnSp>
      </p:grpSp>
      <p:sp>
        <p:nvSpPr>
          <p:cNvPr id="299" name="Google Shape;299;p21"/>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00" name="Google Shape;300;p21"/>
          <p:cNvGrpSpPr/>
          <p:nvPr/>
        </p:nvGrpSpPr>
        <p:grpSpPr>
          <a:xfrm rot="10800000">
            <a:off x="9263702" y="5253677"/>
            <a:ext cx="2869771" cy="1563379"/>
            <a:chOff x="44879" y="27296"/>
            <a:chExt cx="2869771" cy="1563379"/>
          </a:xfrm>
        </p:grpSpPr>
        <p:cxnSp>
          <p:nvCxnSpPr>
            <p:cNvPr id="301" name="Google Shape;301;p21"/>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302" name="Google Shape;302;p21"/>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303" name="Google Shape;303;p21"/>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304" name="Google Shape;304;p21"/>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21"/>
          <p:cNvSpPr txBox="1"/>
          <p:nvPr>
            <p:ph idx="1" type="body"/>
          </p:nvPr>
        </p:nvSpPr>
        <p:spPr>
          <a:xfrm>
            <a:off x="1470929" y="2095027"/>
            <a:ext cx="9941071" cy="88465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F7FF"/>
              </a:buClr>
              <a:buSzPts val="4400"/>
              <a:buNone/>
              <a:defRPr b="1" sz="44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 name="Google Shape;306;p21"/>
          <p:cNvSpPr txBox="1"/>
          <p:nvPr>
            <p:ph idx="2" type="body"/>
          </p:nvPr>
        </p:nvSpPr>
        <p:spPr>
          <a:xfrm>
            <a:off x="1470930" y="3169159"/>
            <a:ext cx="9941070" cy="69517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 name="Google Shape;307;p21"/>
          <p:cNvSpPr txBox="1"/>
          <p:nvPr>
            <p:ph idx="3" type="body"/>
          </p:nvPr>
        </p:nvSpPr>
        <p:spPr>
          <a:xfrm>
            <a:off x="1470930" y="4137397"/>
            <a:ext cx="7147030" cy="91669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 name="Google Shape;308;p21"/>
          <p:cNvSpPr txBox="1"/>
          <p:nvPr>
            <p:ph idx="4" type="body"/>
          </p:nvPr>
        </p:nvSpPr>
        <p:spPr>
          <a:xfrm>
            <a:off x="8896576" y="5231902"/>
            <a:ext cx="2521280" cy="1577819"/>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rgbClr val="00F7FF"/>
              </a:buClr>
              <a:buSzPts val="12000"/>
              <a:buNone/>
              <a:defRPr b="1" sz="120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09" name="Google Shape;309;p21"/>
          <p:cNvCxnSpPr/>
          <p:nvPr/>
        </p:nvCxnSpPr>
        <p:spPr>
          <a:xfrm>
            <a:off x="1574156" y="2979683"/>
            <a:ext cx="3565003" cy="0"/>
          </a:xfrm>
          <a:prstGeom prst="straightConnector1">
            <a:avLst/>
          </a:prstGeom>
          <a:noFill/>
          <a:ln cap="rnd" cmpd="sng" w="25400">
            <a:solidFill>
              <a:srgbClr val="00F7FF"/>
            </a:solidFill>
            <a:prstDash val="solid"/>
            <a:round/>
            <a:headEnd len="sm" w="sm" type="none"/>
            <a:tailEnd len="sm" w="sm" type="none"/>
          </a:ln>
        </p:spPr>
      </p:cxnSp>
      <p:sp>
        <p:nvSpPr>
          <p:cNvPr id="310" name="Google Shape;310;p21"/>
          <p:cNvSpPr txBox="1"/>
          <p:nvPr>
            <p:ph idx="10" type="dt"/>
          </p:nvPr>
        </p:nvSpPr>
        <p:spPr>
          <a:xfrm>
            <a:off x="6060300" y="6481647"/>
            <a:ext cx="2090098"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21"/>
          <p:cNvSpPr txBox="1"/>
          <p:nvPr>
            <p:ph idx="11" type="ftr"/>
          </p:nvPr>
        </p:nvSpPr>
        <p:spPr>
          <a:xfrm>
            <a:off x="838200" y="6481647"/>
            <a:ext cx="447592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12" name="Google Shape;312;p21"/>
          <p:cNvGrpSpPr/>
          <p:nvPr/>
        </p:nvGrpSpPr>
        <p:grpSpPr>
          <a:xfrm>
            <a:off x="16026" y="4629289"/>
            <a:ext cx="434350" cy="2228711"/>
            <a:chOff x="16026" y="4629289"/>
            <a:chExt cx="434350" cy="2228711"/>
          </a:xfrm>
        </p:grpSpPr>
        <p:sp>
          <p:nvSpPr>
            <p:cNvPr id="313" name="Google Shape;313;p21"/>
            <p:cNvSpPr/>
            <p:nvPr/>
          </p:nvSpPr>
          <p:spPr>
            <a:xfrm>
              <a:off x="16026" y="4629289"/>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21"/>
            <p:cNvSpPr/>
            <p:nvPr/>
          </p:nvSpPr>
          <p:spPr>
            <a:xfrm>
              <a:off x="16026" y="5005641"/>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 name="Google Shape;315;p21"/>
            <p:cNvSpPr/>
            <p:nvPr/>
          </p:nvSpPr>
          <p:spPr>
            <a:xfrm>
              <a:off x="16026" y="5381993"/>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p21"/>
            <p:cNvSpPr/>
            <p:nvPr/>
          </p:nvSpPr>
          <p:spPr>
            <a:xfrm>
              <a:off x="16026" y="5758345"/>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21"/>
            <p:cNvSpPr/>
            <p:nvPr/>
          </p:nvSpPr>
          <p:spPr>
            <a:xfrm>
              <a:off x="16026" y="6134697"/>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21"/>
            <p:cNvSpPr/>
            <p:nvPr/>
          </p:nvSpPr>
          <p:spPr>
            <a:xfrm>
              <a:off x="16026" y="6511050"/>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19" name="Google Shape;319;p21"/>
          <p:cNvSpPr/>
          <p:nvPr/>
        </p:nvSpPr>
        <p:spPr>
          <a:xfrm>
            <a:off x="95208" y="658315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20" name="Google Shape;320;p21"/>
          <p:cNvSpPr txBox="1"/>
          <p:nvPr>
            <p:ph idx="12" type="sldNum"/>
          </p:nvPr>
        </p:nvSpPr>
        <p:spPr>
          <a:xfrm>
            <a:off x="6586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pic>
        <p:nvPicPr>
          <p:cNvPr descr="Background pattern&#10;&#10;Description automatically generated" id="321" name="Google Shape;321;p21"/>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322" name="Google Shape;322;p21"/>
          <p:cNvSpPr/>
          <p:nvPr/>
        </p:nvSpPr>
        <p:spPr>
          <a:xfrm>
            <a:off x="0" y="0"/>
            <a:ext cx="12192000" cy="6858000"/>
          </a:xfrm>
          <a:prstGeom prst="rect">
            <a:avLst/>
          </a:prstGeom>
          <a:gradFill>
            <a:gsLst>
              <a:gs pos="0">
                <a:srgbClr val="0A4671">
                  <a:alpha val="74901"/>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21"/>
          <p:cNvSpPr/>
          <p:nvPr/>
        </p:nvSpPr>
        <p:spPr>
          <a:xfrm>
            <a:off x="16026" y="4629289"/>
            <a:ext cx="434350" cy="346950"/>
          </a:xfrm>
          <a:prstGeom prst="rect">
            <a:avLst/>
          </a:prstGeom>
          <a:solidFill>
            <a:srgbClr val="00F7FF"/>
          </a:solid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p21"/>
          <p:cNvSpPr/>
          <p:nvPr/>
        </p:nvSpPr>
        <p:spPr>
          <a:xfrm>
            <a:off x="16026" y="5005641"/>
            <a:ext cx="434350" cy="346950"/>
          </a:xfrm>
          <a:prstGeom prst="rect">
            <a:avLst/>
          </a:prstGeom>
          <a:solidFill>
            <a:srgbClr val="00F7FF"/>
          </a:solid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p21"/>
          <p:cNvSpPr/>
          <p:nvPr/>
        </p:nvSpPr>
        <p:spPr>
          <a:xfrm>
            <a:off x="16026" y="5381993"/>
            <a:ext cx="434350" cy="346950"/>
          </a:xfrm>
          <a:prstGeom prst="rect">
            <a:avLst/>
          </a:prstGeom>
          <a:solidFill>
            <a:srgbClr val="00F7FF"/>
          </a:solid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p21"/>
          <p:cNvSpPr/>
          <p:nvPr/>
        </p:nvSpPr>
        <p:spPr>
          <a:xfrm>
            <a:off x="16026" y="5758345"/>
            <a:ext cx="434350" cy="346950"/>
          </a:xfrm>
          <a:prstGeom prst="rect">
            <a:avLst/>
          </a:prstGeom>
          <a:no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21"/>
          <p:cNvSpPr/>
          <p:nvPr/>
        </p:nvSpPr>
        <p:spPr>
          <a:xfrm>
            <a:off x="16026" y="6134697"/>
            <a:ext cx="434350" cy="346950"/>
          </a:xfrm>
          <a:prstGeom prst="rect">
            <a:avLst/>
          </a:prstGeom>
          <a:no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 name="Google Shape;328;p21"/>
          <p:cNvSpPr/>
          <p:nvPr/>
        </p:nvSpPr>
        <p:spPr>
          <a:xfrm>
            <a:off x="16026" y="6511050"/>
            <a:ext cx="434350" cy="346950"/>
          </a:xfrm>
          <a:prstGeom prst="rect">
            <a:avLst/>
          </a:prstGeom>
          <a:no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21"/>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30" name="Google Shape;330;p21"/>
          <p:cNvGrpSpPr/>
          <p:nvPr/>
        </p:nvGrpSpPr>
        <p:grpSpPr>
          <a:xfrm>
            <a:off x="58527" y="40944"/>
            <a:ext cx="2869771" cy="1563379"/>
            <a:chOff x="44879" y="27296"/>
            <a:chExt cx="2869771" cy="1563379"/>
          </a:xfrm>
        </p:grpSpPr>
        <p:cxnSp>
          <p:nvCxnSpPr>
            <p:cNvPr id="331" name="Google Shape;331;p21"/>
            <p:cNvCxnSpPr/>
            <p:nvPr/>
          </p:nvCxnSpPr>
          <p:spPr>
            <a:xfrm rot="10800000">
              <a:off x="766351" y="34631"/>
              <a:ext cx="2148299" cy="0"/>
            </a:xfrm>
            <a:prstGeom prst="straightConnector1">
              <a:avLst/>
            </a:prstGeom>
            <a:noFill/>
            <a:ln cap="flat" cmpd="sng" w="38100">
              <a:solidFill>
                <a:srgbClr val="00F7FF"/>
              </a:solidFill>
              <a:prstDash val="solid"/>
              <a:miter lim="800000"/>
              <a:headEnd len="sm" w="sm" type="none"/>
              <a:tailEnd len="sm" w="sm" type="none"/>
            </a:ln>
          </p:spPr>
        </p:cxnSp>
        <p:cxnSp>
          <p:nvCxnSpPr>
            <p:cNvPr id="332" name="Google Shape;332;p21"/>
            <p:cNvCxnSpPr/>
            <p:nvPr/>
          </p:nvCxnSpPr>
          <p:spPr>
            <a:xfrm flipH="1">
              <a:off x="44879" y="27296"/>
              <a:ext cx="737495" cy="644210"/>
            </a:xfrm>
            <a:prstGeom prst="straightConnector1">
              <a:avLst/>
            </a:prstGeom>
            <a:noFill/>
            <a:ln cap="flat" cmpd="sng" w="38100">
              <a:solidFill>
                <a:srgbClr val="00F7FF"/>
              </a:solidFill>
              <a:prstDash val="solid"/>
              <a:miter lim="800000"/>
              <a:headEnd len="sm" w="sm" type="none"/>
              <a:tailEnd len="sm" w="sm" type="none"/>
            </a:ln>
          </p:spPr>
        </p:cxnSp>
        <p:cxnSp>
          <p:nvCxnSpPr>
            <p:cNvPr id="333" name="Google Shape;333;p21"/>
            <p:cNvCxnSpPr/>
            <p:nvPr/>
          </p:nvCxnSpPr>
          <p:spPr>
            <a:xfrm rot="10800000">
              <a:off x="52214" y="654128"/>
              <a:ext cx="0" cy="936547"/>
            </a:xfrm>
            <a:prstGeom prst="straightConnector1">
              <a:avLst/>
            </a:prstGeom>
            <a:noFill/>
            <a:ln cap="flat" cmpd="sng" w="38100">
              <a:solidFill>
                <a:srgbClr val="00F7FF"/>
              </a:solidFill>
              <a:prstDash val="solid"/>
              <a:miter lim="800000"/>
              <a:headEnd len="sm" w="sm" type="none"/>
              <a:tailEnd len="sm" w="sm" type="none"/>
            </a:ln>
          </p:spPr>
        </p:cxnSp>
      </p:grpSp>
      <p:sp>
        <p:nvSpPr>
          <p:cNvPr id="334" name="Google Shape;334;p21"/>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35" name="Google Shape;335;p21"/>
          <p:cNvGrpSpPr/>
          <p:nvPr/>
        </p:nvGrpSpPr>
        <p:grpSpPr>
          <a:xfrm rot="10800000">
            <a:off x="9263702" y="5253677"/>
            <a:ext cx="2869771" cy="1563379"/>
            <a:chOff x="44879" y="27296"/>
            <a:chExt cx="2869771" cy="1563379"/>
          </a:xfrm>
        </p:grpSpPr>
        <p:cxnSp>
          <p:nvCxnSpPr>
            <p:cNvPr id="336" name="Google Shape;336;p21"/>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337" name="Google Shape;337;p21"/>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338" name="Google Shape;338;p21"/>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339" name="Google Shape;339;p21"/>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21"/>
          <p:cNvSpPr txBox="1"/>
          <p:nvPr>
            <p:ph idx="5" type="sldNum"/>
          </p:nvPr>
        </p:nvSpPr>
        <p:spPr>
          <a:xfrm>
            <a:off x="1189939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341" name="Google Shape;341;p21"/>
          <p:cNvSpPr txBox="1"/>
          <p:nvPr>
            <p:ph idx="6" type="body"/>
          </p:nvPr>
        </p:nvSpPr>
        <p:spPr>
          <a:xfrm>
            <a:off x="1470930" y="2095027"/>
            <a:ext cx="6264164" cy="88465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F7FF"/>
              </a:buClr>
              <a:buSzPts val="4400"/>
              <a:buNone/>
              <a:defRPr b="1" sz="44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2" name="Google Shape;342;p21"/>
          <p:cNvSpPr txBox="1"/>
          <p:nvPr>
            <p:ph idx="7" type="body"/>
          </p:nvPr>
        </p:nvSpPr>
        <p:spPr>
          <a:xfrm>
            <a:off x="1470930" y="3169159"/>
            <a:ext cx="8913813" cy="69517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21"/>
          <p:cNvSpPr txBox="1"/>
          <p:nvPr>
            <p:ph idx="8" type="body"/>
          </p:nvPr>
        </p:nvSpPr>
        <p:spPr>
          <a:xfrm>
            <a:off x="1470930" y="4137397"/>
            <a:ext cx="7147030" cy="916698"/>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44" name="Google Shape;344;p21"/>
          <p:cNvCxnSpPr/>
          <p:nvPr/>
        </p:nvCxnSpPr>
        <p:spPr>
          <a:xfrm>
            <a:off x="1574156" y="2979683"/>
            <a:ext cx="3565003" cy="0"/>
          </a:xfrm>
          <a:prstGeom prst="straightConnector1">
            <a:avLst/>
          </a:prstGeom>
          <a:noFill/>
          <a:ln cap="rnd" cmpd="sng" w="25400">
            <a:solidFill>
              <a:srgbClr val="00F7FF"/>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 sanh 1">
  <p:cSld name="So sanh 1">
    <p:spTree>
      <p:nvGrpSpPr>
        <p:cNvPr id="345" name="Shape 345"/>
        <p:cNvGrpSpPr/>
        <p:nvPr/>
      </p:nvGrpSpPr>
      <p:grpSpPr>
        <a:xfrm>
          <a:off x="0" y="0"/>
          <a:ext cx="0" cy="0"/>
          <a:chOff x="0" y="0"/>
          <a:chExt cx="0" cy="0"/>
        </a:xfrm>
      </p:grpSpPr>
      <p:sp>
        <p:nvSpPr>
          <p:cNvPr id="346" name="Google Shape;346;p22"/>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p22"/>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48" name="Google Shape;348;p22"/>
          <p:cNvGrpSpPr/>
          <p:nvPr/>
        </p:nvGrpSpPr>
        <p:grpSpPr>
          <a:xfrm>
            <a:off x="58527" y="54292"/>
            <a:ext cx="2869771" cy="1563379"/>
            <a:chOff x="44879" y="27296"/>
            <a:chExt cx="2869771" cy="1563379"/>
          </a:xfrm>
        </p:grpSpPr>
        <p:cxnSp>
          <p:nvCxnSpPr>
            <p:cNvPr id="349" name="Google Shape;349;p22"/>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50" name="Google Shape;350;p22"/>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51" name="Google Shape;351;p22"/>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52" name="Google Shape;352;p22"/>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 name="Google Shape;353;p22"/>
          <p:cNvSpPr txBox="1"/>
          <p:nvPr>
            <p:ph idx="1" type="body"/>
          </p:nvPr>
        </p:nvSpPr>
        <p:spPr>
          <a:xfrm>
            <a:off x="774144" y="1233825"/>
            <a:ext cx="5202000"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4" name="Google Shape;354;p22"/>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55" name="Google Shape;355;p22"/>
          <p:cNvGrpSpPr/>
          <p:nvPr/>
        </p:nvGrpSpPr>
        <p:grpSpPr>
          <a:xfrm>
            <a:off x="16026" y="4629289"/>
            <a:ext cx="434350" cy="2228711"/>
            <a:chOff x="16026" y="4629289"/>
            <a:chExt cx="434350" cy="2228711"/>
          </a:xfrm>
        </p:grpSpPr>
        <p:sp>
          <p:nvSpPr>
            <p:cNvPr id="356" name="Google Shape;356;p22"/>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 name="Google Shape;357;p22"/>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 name="Google Shape;358;p22"/>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22"/>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 name="Google Shape;360;p22"/>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 name="Google Shape;361;p22"/>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62" name="Google Shape;362;p22"/>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3" name="Google Shape;363;p22"/>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22"/>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65" name="Google Shape;365;p22"/>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366" name="Google Shape;366;p22"/>
          <p:cNvGrpSpPr/>
          <p:nvPr/>
        </p:nvGrpSpPr>
        <p:grpSpPr>
          <a:xfrm rot="10800000">
            <a:off x="9265363" y="5246044"/>
            <a:ext cx="2869771" cy="1563379"/>
            <a:chOff x="44879" y="27296"/>
            <a:chExt cx="2869771" cy="1563379"/>
          </a:xfrm>
        </p:grpSpPr>
        <p:cxnSp>
          <p:nvCxnSpPr>
            <p:cNvPr id="367" name="Google Shape;367;p22"/>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68" name="Google Shape;368;p22"/>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69" name="Google Shape;369;p22"/>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70" name="Google Shape;370;p22"/>
          <p:cNvSpPr txBox="1"/>
          <p:nvPr>
            <p:ph idx="2" type="body"/>
          </p:nvPr>
        </p:nvSpPr>
        <p:spPr>
          <a:xfrm>
            <a:off x="6151800" y="1228490"/>
            <a:ext cx="5202000"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1" name="Google Shape;371;p22"/>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 sanh 2">
  <p:cSld name="So sanh 2">
    <p:spTree>
      <p:nvGrpSpPr>
        <p:cNvPr id="372" name="Shape 372"/>
        <p:cNvGrpSpPr/>
        <p:nvPr/>
      </p:nvGrpSpPr>
      <p:grpSpPr>
        <a:xfrm>
          <a:off x="0" y="0"/>
          <a:ext cx="0" cy="0"/>
          <a:chOff x="0" y="0"/>
          <a:chExt cx="0" cy="0"/>
        </a:xfrm>
      </p:grpSpPr>
      <p:sp>
        <p:nvSpPr>
          <p:cNvPr id="373" name="Google Shape;373;p23"/>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23"/>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75" name="Google Shape;375;p23"/>
          <p:cNvGrpSpPr/>
          <p:nvPr/>
        </p:nvGrpSpPr>
        <p:grpSpPr>
          <a:xfrm>
            <a:off x="58527" y="54292"/>
            <a:ext cx="2869771" cy="1563379"/>
            <a:chOff x="44879" y="27296"/>
            <a:chExt cx="2869771" cy="1563379"/>
          </a:xfrm>
        </p:grpSpPr>
        <p:cxnSp>
          <p:nvCxnSpPr>
            <p:cNvPr id="376" name="Google Shape;376;p23"/>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77" name="Google Shape;377;p23"/>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78" name="Google Shape;378;p23"/>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79" name="Google Shape;379;p23"/>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23"/>
          <p:cNvSpPr txBox="1"/>
          <p:nvPr>
            <p:ph idx="1" type="body"/>
          </p:nvPr>
        </p:nvSpPr>
        <p:spPr>
          <a:xfrm>
            <a:off x="774144" y="1962615"/>
            <a:ext cx="5202000" cy="421434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2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82" name="Google Shape;382;p23"/>
          <p:cNvGrpSpPr/>
          <p:nvPr/>
        </p:nvGrpSpPr>
        <p:grpSpPr>
          <a:xfrm>
            <a:off x="16026" y="4629289"/>
            <a:ext cx="434350" cy="2228711"/>
            <a:chOff x="16026" y="4629289"/>
            <a:chExt cx="434350" cy="2228711"/>
          </a:xfrm>
        </p:grpSpPr>
        <p:sp>
          <p:nvSpPr>
            <p:cNvPr id="383" name="Google Shape;383;p23"/>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23"/>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 name="Google Shape;385;p23"/>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p23"/>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23"/>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 name="Google Shape;388;p23"/>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89" name="Google Shape;389;p23"/>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23"/>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23"/>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92" name="Google Shape;392;p2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393" name="Google Shape;393;p23"/>
          <p:cNvGrpSpPr/>
          <p:nvPr/>
        </p:nvGrpSpPr>
        <p:grpSpPr>
          <a:xfrm rot="10800000">
            <a:off x="9265363" y="5246044"/>
            <a:ext cx="2869771" cy="1563379"/>
            <a:chOff x="44879" y="27296"/>
            <a:chExt cx="2869771" cy="1563379"/>
          </a:xfrm>
        </p:grpSpPr>
        <p:cxnSp>
          <p:nvCxnSpPr>
            <p:cNvPr id="394" name="Google Shape;394;p23"/>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95" name="Google Shape;395;p23"/>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96" name="Google Shape;396;p23"/>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97" name="Google Shape;397;p23"/>
          <p:cNvSpPr txBox="1"/>
          <p:nvPr>
            <p:ph idx="2" type="body"/>
          </p:nvPr>
        </p:nvSpPr>
        <p:spPr>
          <a:xfrm>
            <a:off x="6151800" y="1957280"/>
            <a:ext cx="5202000" cy="421434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8" name="Google Shape;398;p23"/>
          <p:cNvSpPr txBox="1"/>
          <p:nvPr>
            <p:ph idx="3" type="body"/>
          </p:nvPr>
        </p:nvSpPr>
        <p:spPr>
          <a:xfrm>
            <a:off x="774144"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lvl1pPr indent="-228600" lvl="0" marL="457200" algn="ctr">
              <a:lnSpc>
                <a:spcPct val="120000"/>
              </a:lnSpc>
              <a:spcBef>
                <a:spcPts val="200"/>
              </a:spcBef>
              <a:spcAft>
                <a:spcPts val="0"/>
              </a:spcAft>
              <a:buClr>
                <a:schemeClr val="lt1"/>
              </a:buClr>
              <a:buSzPts val="2400"/>
              <a:buNone/>
              <a:defRPr b="1" i="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9" name="Google Shape;399;p23"/>
          <p:cNvSpPr txBox="1"/>
          <p:nvPr>
            <p:ph idx="4" type="body"/>
          </p:nvPr>
        </p:nvSpPr>
        <p:spPr>
          <a:xfrm>
            <a:off x="6151006"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lvl1pPr indent="-228600" lvl="0" marL="457200" algn="ctr">
              <a:lnSpc>
                <a:spcPct val="120000"/>
              </a:lnSpc>
              <a:spcBef>
                <a:spcPts val="200"/>
              </a:spcBef>
              <a:spcAft>
                <a:spcPts val="0"/>
              </a:spcAft>
              <a:buClr>
                <a:schemeClr val="lt1"/>
              </a:buClr>
              <a:buSzPts val="2400"/>
              <a:buNone/>
              <a:defRPr b="1" i="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0" name="Google Shape;400;p23"/>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i dung 2">
  <p:cSld name="Noi dung 2">
    <p:spTree>
      <p:nvGrpSpPr>
        <p:cNvPr id="401" name="Shape 401"/>
        <p:cNvGrpSpPr/>
        <p:nvPr/>
      </p:nvGrpSpPr>
      <p:grpSpPr>
        <a:xfrm>
          <a:off x="0" y="0"/>
          <a:ext cx="0" cy="0"/>
          <a:chOff x="0" y="0"/>
          <a:chExt cx="0" cy="0"/>
        </a:xfrm>
      </p:grpSpPr>
      <p:sp>
        <p:nvSpPr>
          <p:cNvPr id="402" name="Google Shape;402;p24"/>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3" name="Google Shape;403;p24"/>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04" name="Google Shape;404;p24"/>
          <p:cNvGrpSpPr/>
          <p:nvPr/>
        </p:nvGrpSpPr>
        <p:grpSpPr>
          <a:xfrm>
            <a:off x="58527" y="54292"/>
            <a:ext cx="2869771" cy="1563379"/>
            <a:chOff x="44879" y="27296"/>
            <a:chExt cx="2869771" cy="1563379"/>
          </a:xfrm>
        </p:grpSpPr>
        <p:cxnSp>
          <p:nvCxnSpPr>
            <p:cNvPr id="405" name="Google Shape;405;p24"/>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06" name="Google Shape;406;p24"/>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07" name="Google Shape;407;p24"/>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08" name="Google Shape;408;p24"/>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24"/>
          <p:cNvSpPr txBox="1"/>
          <p:nvPr>
            <p:ph type="title"/>
          </p:nvPr>
        </p:nvSpPr>
        <p:spPr>
          <a:xfrm>
            <a:off x="774146" y="202009"/>
            <a:ext cx="3932227" cy="1698043"/>
          </a:xfrm>
          <a:prstGeom prst="rect">
            <a:avLst/>
          </a:prstGeom>
          <a:noFill/>
          <a:ln>
            <a:noFill/>
          </a:ln>
        </p:spPr>
        <p:txBody>
          <a:bodyPr anchorCtr="0" anchor="ctr" bIns="45700" lIns="91425" spcFirstLastPara="1" rIns="91425" wrap="square" tIns="4570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24"/>
          <p:cNvSpPr txBox="1"/>
          <p:nvPr>
            <p:ph idx="1" type="body"/>
          </p:nvPr>
        </p:nvSpPr>
        <p:spPr>
          <a:xfrm>
            <a:off x="774144" y="2113808"/>
            <a:ext cx="3932227" cy="4063156"/>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1" name="Google Shape;411;p2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412" name="Google Shape;412;p24"/>
          <p:cNvGrpSpPr/>
          <p:nvPr/>
        </p:nvGrpSpPr>
        <p:grpSpPr>
          <a:xfrm>
            <a:off x="16026" y="4629289"/>
            <a:ext cx="434350" cy="2228711"/>
            <a:chOff x="16026" y="4629289"/>
            <a:chExt cx="434350" cy="2228711"/>
          </a:xfrm>
        </p:grpSpPr>
        <p:sp>
          <p:nvSpPr>
            <p:cNvPr id="413" name="Google Shape;413;p24"/>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p24"/>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 name="Google Shape;415;p24"/>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p24"/>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 name="Google Shape;417;p24"/>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8" name="Google Shape;418;p24"/>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19" name="Google Shape;419;p24"/>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0" name="Google Shape;420;p24"/>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4"/>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22" name="Google Shape;422;p2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423" name="Google Shape;423;p24"/>
          <p:cNvGrpSpPr/>
          <p:nvPr/>
        </p:nvGrpSpPr>
        <p:grpSpPr>
          <a:xfrm rot="10800000">
            <a:off x="9265363" y="5246044"/>
            <a:ext cx="2869771" cy="1563379"/>
            <a:chOff x="44879" y="27296"/>
            <a:chExt cx="2869771" cy="1563379"/>
          </a:xfrm>
        </p:grpSpPr>
        <p:cxnSp>
          <p:nvCxnSpPr>
            <p:cNvPr id="424" name="Google Shape;424;p24"/>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25" name="Google Shape;425;p24"/>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26" name="Google Shape;426;p24"/>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27" name="Google Shape;427;p24"/>
          <p:cNvSpPr txBox="1"/>
          <p:nvPr>
            <p:ph idx="2" type="body"/>
          </p:nvPr>
        </p:nvSpPr>
        <p:spPr>
          <a:xfrm>
            <a:off x="5085934" y="202009"/>
            <a:ext cx="6267866" cy="5969620"/>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ình ảnh">
  <p:cSld name="Hình ảnh">
    <p:spTree>
      <p:nvGrpSpPr>
        <p:cNvPr id="428" name="Shape 428"/>
        <p:cNvGrpSpPr/>
        <p:nvPr/>
      </p:nvGrpSpPr>
      <p:grpSpPr>
        <a:xfrm>
          <a:off x="0" y="0"/>
          <a:ext cx="0" cy="0"/>
          <a:chOff x="0" y="0"/>
          <a:chExt cx="0" cy="0"/>
        </a:xfrm>
      </p:grpSpPr>
      <p:sp>
        <p:nvSpPr>
          <p:cNvPr id="429" name="Google Shape;429;p25"/>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 name="Google Shape;430;p25"/>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31" name="Google Shape;431;p25"/>
          <p:cNvGrpSpPr/>
          <p:nvPr/>
        </p:nvGrpSpPr>
        <p:grpSpPr>
          <a:xfrm>
            <a:off x="58527" y="54292"/>
            <a:ext cx="2869771" cy="1563379"/>
            <a:chOff x="44879" y="27296"/>
            <a:chExt cx="2869771" cy="1563379"/>
          </a:xfrm>
        </p:grpSpPr>
        <p:cxnSp>
          <p:nvCxnSpPr>
            <p:cNvPr id="432" name="Google Shape;432;p25"/>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33" name="Google Shape;433;p25"/>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34" name="Google Shape;434;p25"/>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35" name="Google Shape;435;p25"/>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 name="Google Shape;436;p25"/>
          <p:cNvSpPr txBox="1"/>
          <p:nvPr>
            <p:ph type="title"/>
          </p:nvPr>
        </p:nvSpPr>
        <p:spPr>
          <a:xfrm>
            <a:off x="774146" y="202009"/>
            <a:ext cx="3932227" cy="1698043"/>
          </a:xfrm>
          <a:prstGeom prst="rect">
            <a:avLst/>
          </a:prstGeom>
          <a:noFill/>
          <a:ln>
            <a:noFill/>
          </a:ln>
        </p:spPr>
        <p:txBody>
          <a:bodyPr anchorCtr="0" anchor="ctr" bIns="45700" lIns="91425" spcFirstLastPara="1" rIns="91425" wrap="square" tIns="4570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7" name="Google Shape;437;p25"/>
          <p:cNvSpPr txBox="1"/>
          <p:nvPr>
            <p:ph idx="1" type="body"/>
          </p:nvPr>
        </p:nvSpPr>
        <p:spPr>
          <a:xfrm>
            <a:off x="774144" y="2113808"/>
            <a:ext cx="3932227" cy="4063156"/>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8" name="Google Shape;438;p25"/>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439" name="Google Shape;439;p25"/>
          <p:cNvGrpSpPr/>
          <p:nvPr/>
        </p:nvGrpSpPr>
        <p:grpSpPr>
          <a:xfrm>
            <a:off x="16026" y="4629289"/>
            <a:ext cx="434350" cy="2228711"/>
            <a:chOff x="16026" y="4629289"/>
            <a:chExt cx="434350" cy="2228711"/>
          </a:xfrm>
        </p:grpSpPr>
        <p:sp>
          <p:nvSpPr>
            <p:cNvPr id="440" name="Google Shape;440;p25"/>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1" name="Google Shape;441;p25"/>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 name="Google Shape;442;p25"/>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25"/>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25"/>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25"/>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46" name="Google Shape;446;p25"/>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25"/>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25"/>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49" name="Google Shape;449;p25"/>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grpSp>
        <p:nvGrpSpPr>
          <p:cNvPr id="450" name="Google Shape;450;p25"/>
          <p:cNvGrpSpPr/>
          <p:nvPr/>
        </p:nvGrpSpPr>
        <p:grpSpPr>
          <a:xfrm rot="10800000">
            <a:off x="9265363" y="5246044"/>
            <a:ext cx="2869771" cy="1563379"/>
            <a:chOff x="44879" y="27296"/>
            <a:chExt cx="2869771" cy="1563379"/>
          </a:xfrm>
        </p:grpSpPr>
        <p:cxnSp>
          <p:nvCxnSpPr>
            <p:cNvPr id="451" name="Google Shape;451;p25"/>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52" name="Google Shape;452;p25"/>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53" name="Google Shape;453;p25"/>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54" name="Google Shape;454;p25"/>
          <p:cNvSpPr/>
          <p:nvPr>
            <p:ph idx="2" type="pic"/>
          </p:nvPr>
        </p:nvSpPr>
        <p:spPr>
          <a:xfrm>
            <a:off x="5160373" y="202009"/>
            <a:ext cx="6237261" cy="5976999"/>
          </a:xfrm>
          <a:prstGeom prst="roundRect">
            <a:avLst>
              <a:gd fmla="val 574" name="adj"/>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ong 1">
  <p:cSld name="Trang trong 1">
    <p:spTree>
      <p:nvGrpSpPr>
        <p:cNvPr id="455" name="Shape 455"/>
        <p:cNvGrpSpPr/>
        <p:nvPr/>
      </p:nvGrpSpPr>
      <p:grpSpPr>
        <a:xfrm>
          <a:off x="0" y="0"/>
          <a:ext cx="0" cy="0"/>
          <a:chOff x="0" y="0"/>
          <a:chExt cx="0" cy="0"/>
        </a:xfrm>
      </p:grpSpPr>
      <p:sp>
        <p:nvSpPr>
          <p:cNvPr id="456" name="Google Shape;456;p26"/>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57" name="Google Shape;457;p26"/>
          <p:cNvGrpSpPr/>
          <p:nvPr/>
        </p:nvGrpSpPr>
        <p:grpSpPr>
          <a:xfrm rot="10800000">
            <a:off x="9263702" y="5930537"/>
            <a:ext cx="2869771" cy="886519"/>
            <a:chOff x="44879" y="27296"/>
            <a:chExt cx="2869771" cy="886519"/>
          </a:xfrm>
        </p:grpSpPr>
        <p:cxnSp>
          <p:nvCxnSpPr>
            <p:cNvPr id="458" name="Google Shape;458;p26"/>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459" name="Google Shape;459;p26"/>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460" name="Google Shape;460;p26"/>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461" name="Google Shape;461;p26"/>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62" name="Google Shape;462;p26"/>
          <p:cNvSpPr txBox="1"/>
          <p:nvPr>
            <p:ph idx="12" type="sldNum"/>
          </p:nvPr>
        </p:nvSpPr>
        <p:spPr>
          <a:xfrm>
            <a:off x="-2005"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463" name="Google Shape;463;p26"/>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64" name="Google Shape;464;p26"/>
          <p:cNvGrpSpPr/>
          <p:nvPr/>
        </p:nvGrpSpPr>
        <p:grpSpPr>
          <a:xfrm>
            <a:off x="58527" y="40944"/>
            <a:ext cx="2869771" cy="886519"/>
            <a:chOff x="44879" y="27296"/>
            <a:chExt cx="2869771" cy="886519"/>
          </a:xfrm>
        </p:grpSpPr>
        <p:cxnSp>
          <p:nvCxnSpPr>
            <p:cNvPr id="465" name="Google Shape;465;p26"/>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66" name="Google Shape;466;p26"/>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67" name="Google Shape;467;p26"/>
            <p:cNvCxnSpPr/>
            <p:nvPr/>
          </p:nvCxnSpPr>
          <p:spPr>
            <a:xfrm rot="10800000">
              <a:off x="52214" y="654128"/>
              <a:ext cx="0" cy="259687"/>
            </a:xfrm>
            <a:prstGeom prst="straightConnector1">
              <a:avLst/>
            </a:prstGeom>
            <a:noFill/>
            <a:ln cap="flat" cmpd="sng" w="38100">
              <a:solidFill>
                <a:srgbClr val="00C6FF"/>
              </a:solidFill>
              <a:prstDash val="solid"/>
              <a:miter lim="800000"/>
              <a:headEnd len="sm" w="sm" type="none"/>
              <a:tailEnd len="sm" w="sm" type="none"/>
            </a:ln>
          </p:spPr>
        </p:cxnSp>
      </p:grpSp>
      <p:sp>
        <p:nvSpPr>
          <p:cNvPr id="468" name="Google Shape;468;p26"/>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6"/>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0" name="Google Shape;470;p26"/>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ong 2">
  <p:cSld name="Trang trong 2">
    <p:spTree>
      <p:nvGrpSpPr>
        <p:cNvPr id="471" name="Shape 471"/>
        <p:cNvGrpSpPr/>
        <p:nvPr/>
      </p:nvGrpSpPr>
      <p:grpSpPr>
        <a:xfrm>
          <a:off x="0" y="0"/>
          <a:ext cx="0" cy="0"/>
          <a:chOff x="0" y="0"/>
          <a:chExt cx="0" cy="0"/>
        </a:xfrm>
      </p:grpSpPr>
      <p:sp>
        <p:nvSpPr>
          <p:cNvPr id="472" name="Google Shape;472;p27"/>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73" name="Google Shape;473;p27"/>
          <p:cNvSpPr txBox="1"/>
          <p:nvPr>
            <p:ph idx="12" type="sldNum"/>
          </p:nvPr>
        </p:nvSpPr>
        <p:spPr>
          <a:xfrm>
            <a:off x="-2005"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êu đề">
  <p:cSld name="1_Tiêu đề">
    <p:spTree>
      <p:nvGrpSpPr>
        <p:cNvPr id="474" name="Shape 474"/>
        <p:cNvGrpSpPr/>
        <p:nvPr/>
      </p:nvGrpSpPr>
      <p:grpSpPr>
        <a:xfrm>
          <a:off x="0" y="0"/>
          <a:ext cx="0" cy="0"/>
          <a:chOff x="0" y="0"/>
          <a:chExt cx="0" cy="0"/>
        </a:xfrm>
      </p:grpSpPr>
      <p:sp>
        <p:nvSpPr>
          <p:cNvPr id="475" name="Google Shape;475;p28"/>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6" name="Google Shape;476;p28"/>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28"/>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78" name="Google Shape;478;p28"/>
          <p:cNvGrpSpPr/>
          <p:nvPr/>
        </p:nvGrpSpPr>
        <p:grpSpPr>
          <a:xfrm>
            <a:off x="58527" y="40944"/>
            <a:ext cx="2869771" cy="1563379"/>
            <a:chOff x="44879" y="27296"/>
            <a:chExt cx="2869771" cy="1563379"/>
          </a:xfrm>
        </p:grpSpPr>
        <p:cxnSp>
          <p:nvCxnSpPr>
            <p:cNvPr id="479" name="Google Shape;479;p28"/>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80" name="Google Shape;480;p28"/>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81" name="Google Shape;481;p28"/>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82" name="Google Shape;482;p28"/>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83" name="Google Shape;483;p28"/>
          <p:cNvGrpSpPr/>
          <p:nvPr/>
        </p:nvGrpSpPr>
        <p:grpSpPr>
          <a:xfrm rot="10800000">
            <a:off x="9263702" y="5253677"/>
            <a:ext cx="2869771" cy="1563379"/>
            <a:chOff x="44879" y="27296"/>
            <a:chExt cx="2869771" cy="1563379"/>
          </a:xfrm>
        </p:grpSpPr>
        <p:cxnSp>
          <p:nvCxnSpPr>
            <p:cNvPr id="484" name="Google Shape;484;p28"/>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485" name="Google Shape;485;p28"/>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486" name="Google Shape;486;p28"/>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487" name="Google Shape;487;p28"/>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8" name="Google Shape;488;p28"/>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clipart, vector graphics&#10;&#10;Description automatically generated" id="489" name="Google Shape;489;p28"/>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490" name="Google Shape;490;p28"/>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vi-VN" sz="1400">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vi-VN" sz="1400">
                <a:solidFill>
                  <a:srgbClr val="000046"/>
                </a:solidFill>
                <a:latin typeface="Arial"/>
                <a:ea typeface="Arial"/>
                <a:cs typeface="Arial"/>
                <a:sym typeface="Arial"/>
              </a:rPr>
              <a:t>TRƯỜNG ĐẠI HỌC CÔNG NGHỆ THÔNG TIN</a:t>
            </a:r>
            <a:endParaRPr/>
          </a:p>
        </p:txBody>
      </p:sp>
      <p:sp>
        <p:nvSpPr>
          <p:cNvPr id="491" name="Google Shape;491;p28"/>
          <p:cNvSpPr/>
          <p:nvPr/>
        </p:nvSpPr>
        <p:spPr>
          <a:xfrm>
            <a:off x="11924591" y="658314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92" name="Google Shape;492;p28"/>
          <p:cNvSpPr txBox="1"/>
          <p:nvPr>
            <p:ph idx="12" type="sldNum"/>
          </p:nvPr>
        </p:nvSpPr>
        <p:spPr>
          <a:xfrm>
            <a:off x="11894359" y="6566401"/>
            <a:ext cx="291600" cy="291600"/>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buNone/>
              <a:defRPr sz="700">
                <a:solidFill>
                  <a:schemeClr val="dk1"/>
                </a:solidFill>
                <a:latin typeface="Arial"/>
                <a:ea typeface="Arial"/>
                <a:cs typeface="Arial"/>
                <a:sym typeface="Arial"/>
              </a:defRPr>
            </a:lvl1pPr>
            <a:lvl2pPr indent="0" lvl="1" marL="0" marR="0" algn="ctr">
              <a:spcBef>
                <a:spcPts val="0"/>
              </a:spcBef>
              <a:buNone/>
              <a:defRPr sz="700">
                <a:solidFill>
                  <a:schemeClr val="dk1"/>
                </a:solidFill>
                <a:latin typeface="Arial"/>
                <a:ea typeface="Arial"/>
                <a:cs typeface="Arial"/>
                <a:sym typeface="Arial"/>
              </a:defRPr>
            </a:lvl2pPr>
            <a:lvl3pPr indent="0" lvl="2" marL="0" marR="0" algn="ctr">
              <a:spcBef>
                <a:spcPts val="0"/>
              </a:spcBef>
              <a:buNone/>
              <a:defRPr sz="700">
                <a:solidFill>
                  <a:schemeClr val="dk1"/>
                </a:solidFill>
                <a:latin typeface="Arial"/>
                <a:ea typeface="Arial"/>
                <a:cs typeface="Arial"/>
                <a:sym typeface="Arial"/>
              </a:defRPr>
            </a:lvl3pPr>
            <a:lvl4pPr indent="0" lvl="3" marL="0" marR="0" algn="ctr">
              <a:spcBef>
                <a:spcPts val="0"/>
              </a:spcBef>
              <a:buNone/>
              <a:defRPr sz="700">
                <a:solidFill>
                  <a:schemeClr val="dk1"/>
                </a:solidFill>
                <a:latin typeface="Arial"/>
                <a:ea typeface="Arial"/>
                <a:cs typeface="Arial"/>
                <a:sym typeface="Arial"/>
              </a:defRPr>
            </a:lvl4pPr>
            <a:lvl5pPr indent="0" lvl="4" marL="0" marR="0" algn="ctr">
              <a:spcBef>
                <a:spcPts val="0"/>
              </a:spcBef>
              <a:buNone/>
              <a:defRPr sz="700">
                <a:solidFill>
                  <a:schemeClr val="dk1"/>
                </a:solidFill>
                <a:latin typeface="Arial"/>
                <a:ea typeface="Arial"/>
                <a:cs typeface="Arial"/>
                <a:sym typeface="Arial"/>
              </a:defRPr>
            </a:lvl5pPr>
            <a:lvl6pPr indent="0" lvl="5" marL="0" marR="0" algn="ctr">
              <a:spcBef>
                <a:spcPts val="0"/>
              </a:spcBef>
              <a:buNone/>
              <a:defRPr sz="700">
                <a:solidFill>
                  <a:schemeClr val="dk1"/>
                </a:solidFill>
                <a:latin typeface="Arial"/>
                <a:ea typeface="Arial"/>
                <a:cs typeface="Arial"/>
                <a:sym typeface="Arial"/>
              </a:defRPr>
            </a:lvl6pPr>
            <a:lvl7pPr indent="0" lvl="6" marL="0" marR="0" algn="ctr">
              <a:spcBef>
                <a:spcPts val="0"/>
              </a:spcBef>
              <a:buNone/>
              <a:defRPr sz="700">
                <a:solidFill>
                  <a:schemeClr val="dk1"/>
                </a:solidFill>
                <a:latin typeface="Arial"/>
                <a:ea typeface="Arial"/>
                <a:cs typeface="Arial"/>
                <a:sym typeface="Arial"/>
              </a:defRPr>
            </a:lvl7pPr>
            <a:lvl8pPr indent="0" lvl="7" marL="0" marR="0" algn="ctr">
              <a:spcBef>
                <a:spcPts val="0"/>
              </a:spcBef>
              <a:buNone/>
              <a:defRPr sz="700">
                <a:solidFill>
                  <a:schemeClr val="dk1"/>
                </a:solidFill>
                <a:latin typeface="Arial"/>
                <a:ea typeface="Arial"/>
                <a:cs typeface="Arial"/>
                <a:sym typeface="Arial"/>
              </a:defRPr>
            </a:lvl8pPr>
            <a:lvl9pPr indent="0" lvl="8" marL="0" marR="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vi-VN"/>
              <a:t>‹#›</a:t>
            </a:fld>
            <a:endParaRPr/>
          </a:p>
        </p:txBody>
      </p:sp>
      <p:sp>
        <p:nvSpPr>
          <p:cNvPr id="493" name="Google Shape;493;p28"/>
          <p:cNvSpPr txBox="1"/>
          <p:nvPr>
            <p:ph idx="1" type="body"/>
          </p:nvPr>
        </p:nvSpPr>
        <p:spPr>
          <a:xfrm>
            <a:off x="1850807" y="2208158"/>
            <a:ext cx="8490387" cy="69616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SzPts val="4400"/>
              <a:buNone/>
              <a:defRPr b="1" sz="4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4" name="Google Shape;494;p28"/>
          <p:cNvSpPr txBox="1"/>
          <p:nvPr>
            <p:ph idx="2" type="body"/>
          </p:nvPr>
        </p:nvSpPr>
        <p:spPr>
          <a:xfrm>
            <a:off x="876991" y="3039455"/>
            <a:ext cx="10438019" cy="459447"/>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000046"/>
              </a:buClr>
              <a:buSzPts val="2000"/>
              <a:buNone/>
              <a:defRPr b="1" sz="2000">
                <a:solidFill>
                  <a:srgbClr val="000046"/>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5" name="Google Shape;495;p28"/>
          <p:cNvSpPr txBox="1"/>
          <p:nvPr>
            <p:ph idx="3" type="body"/>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1" i="0" sz="14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6" name="Google Shape;496;p28"/>
          <p:cNvSpPr txBox="1"/>
          <p:nvPr>
            <p:ph idx="4" type="body"/>
          </p:nvPr>
        </p:nvSpPr>
        <p:spPr>
          <a:xfrm>
            <a:off x="1850807" y="3630811"/>
            <a:ext cx="8490387" cy="64421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BFBFBF"/>
              </a:buClr>
              <a:buSzPts val="1200"/>
              <a:buNone/>
              <a:defRPr sz="1200">
                <a:solidFill>
                  <a:srgbClr val="BFBFBF"/>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7" name="Google Shape;497;p28"/>
          <p:cNvSpPr txBox="1"/>
          <p:nvPr>
            <p:ph idx="10" type="dt"/>
          </p:nvPr>
        </p:nvSpPr>
        <p:spPr>
          <a:xfrm>
            <a:off x="6767806" y="6476999"/>
            <a:ext cx="2495896" cy="2367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72FF"/>
              </a:buClr>
              <a:buSzPts val="4000"/>
              <a:buFont typeface="Times New Roman"/>
              <a:buNone/>
              <a:defRPr b="1" i="0" sz="4000" u="none" cap="none" strike="noStrike">
                <a:solidFill>
                  <a:srgbClr val="0072FF"/>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B8C9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B8C9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B8C95"/>
                </a:solidFill>
                <a:latin typeface="Calibri"/>
                <a:ea typeface="Calibri"/>
                <a:cs typeface="Calibri"/>
                <a:sym typeface="Calibri"/>
              </a:defRPr>
            </a:lvl1pPr>
            <a:lvl2pPr indent="0" lvl="1" marL="0" marR="0" rtl="0" algn="r">
              <a:spcBef>
                <a:spcPts val="0"/>
              </a:spcBef>
              <a:buNone/>
              <a:defRPr b="0" i="0" sz="1200" u="none" cap="none" strike="noStrike">
                <a:solidFill>
                  <a:srgbClr val="8B8C95"/>
                </a:solidFill>
                <a:latin typeface="Calibri"/>
                <a:ea typeface="Calibri"/>
                <a:cs typeface="Calibri"/>
                <a:sym typeface="Calibri"/>
              </a:defRPr>
            </a:lvl2pPr>
            <a:lvl3pPr indent="0" lvl="2" marL="0" marR="0" rtl="0" algn="r">
              <a:spcBef>
                <a:spcPts val="0"/>
              </a:spcBef>
              <a:buNone/>
              <a:defRPr b="0" i="0" sz="1200" u="none" cap="none" strike="noStrike">
                <a:solidFill>
                  <a:srgbClr val="8B8C95"/>
                </a:solidFill>
                <a:latin typeface="Calibri"/>
                <a:ea typeface="Calibri"/>
                <a:cs typeface="Calibri"/>
                <a:sym typeface="Calibri"/>
              </a:defRPr>
            </a:lvl3pPr>
            <a:lvl4pPr indent="0" lvl="3" marL="0" marR="0" rtl="0" algn="r">
              <a:spcBef>
                <a:spcPts val="0"/>
              </a:spcBef>
              <a:buNone/>
              <a:defRPr b="0" i="0" sz="1200" u="none" cap="none" strike="noStrike">
                <a:solidFill>
                  <a:srgbClr val="8B8C95"/>
                </a:solidFill>
                <a:latin typeface="Calibri"/>
                <a:ea typeface="Calibri"/>
                <a:cs typeface="Calibri"/>
                <a:sym typeface="Calibri"/>
              </a:defRPr>
            </a:lvl4pPr>
            <a:lvl5pPr indent="0" lvl="4" marL="0" marR="0" rtl="0" algn="r">
              <a:spcBef>
                <a:spcPts val="0"/>
              </a:spcBef>
              <a:buNone/>
              <a:defRPr b="0" i="0" sz="1200" u="none" cap="none" strike="noStrike">
                <a:solidFill>
                  <a:srgbClr val="8B8C95"/>
                </a:solidFill>
                <a:latin typeface="Calibri"/>
                <a:ea typeface="Calibri"/>
                <a:cs typeface="Calibri"/>
                <a:sym typeface="Calibri"/>
              </a:defRPr>
            </a:lvl5pPr>
            <a:lvl6pPr indent="0" lvl="5" marL="0" marR="0" rtl="0" algn="r">
              <a:spcBef>
                <a:spcPts val="0"/>
              </a:spcBef>
              <a:buNone/>
              <a:defRPr b="0" i="0" sz="1200" u="none" cap="none" strike="noStrike">
                <a:solidFill>
                  <a:srgbClr val="8B8C95"/>
                </a:solidFill>
                <a:latin typeface="Calibri"/>
                <a:ea typeface="Calibri"/>
                <a:cs typeface="Calibri"/>
                <a:sym typeface="Calibri"/>
              </a:defRPr>
            </a:lvl6pPr>
            <a:lvl7pPr indent="0" lvl="6" marL="0" marR="0" rtl="0" algn="r">
              <a:spcBef>
                <a:spcPts val="0"/>
              </a:spcBef>
              <a:buNone/>
              <a:defRPr b="0" i="0" sz="1200" u="none" cap="none" strike="noStrike">
                <a:solidFill>
                  <a:srgbClr val="8B8C95"/>
                </a:solidFill>
                <a:latin typeface="Calibri"/>
                <a:ea typeface="Calibri"/>
                <a:cs typeface="Calibri"/>
                <a:sym typeface="Calibri"/>
              </a:defRPr>
            </a:lvl7pPr>
            <a:lvl8pPr indent="0" lvl="7" marL="0" marR="0" rtl="0" algn="r">
              <a:spcBef>
                <a:spcPts val="0"/>
              </a:spcBef>
              <a:buNone/>
              <a:defRPr b="0" i="0" sz="1200" u="none" cap="none" strike="noStrike">
                <a:solidFill>
                  <a:srgbClr val="8B8C95"/>
                </a:solidFill>
                <a:latin typeface="Calibri"/>
                <a:ea typeface="Calibri"/>
                <a:cs typeface="Calibri"/>
                <a:sym typeface="Calibri"/>
              </a:defRPr>
            </a:lvl8pPr>
            <a:lvl9pPr indent="0" lvl="8" marL="0" marR="0" rtl="0" algn="r">
              <a:spcBef>
                <a:spcPts val="0"/>
              </a:spcBef>
              <a:buNone/>
              <a:defRPr b="0" i="0" sz="1200" u="none" cap="none" strike="noStrike">
                <a:solidFill>
                  <a:srgbClr val="8B8C9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03" name="Google Shape;503;p1"/>
          <p:cNvSpPr txBox="1"/>
          <p:nvPr>
            <p:ph idx="12" type="sldNum"/>
          </p:nvPr>
        </p:nvSpPr>
        <p:spPr>
          <a:xfrm>
            <a:off x="75604" y="6587552"/>
            <a:ext cx="291600" cy="291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
        <p:nvSpPr>
          <p:cNvPr id="504" name="Google Shape;504;p1"/>
          <p:cNvSpPr txBox="1"/>
          <p:nvPr>
            <p:ph idx="1" type="body"/>
          </p:nvPr>
        </p:nvSpPr>
        <p:spPr>
          <a:xfrm>
            <a:off x="1916121" y="1483760"/>
            <a:ext cx="8490387" cy="696165"/>
          </a:xfrm>
          <a:prstGeom prst="rect">
            <a:avLst/>
          </a:prstGeom>
          <a:noFill/>
          <a:ln>
            <a:noFill/>
          </a:ln>
        </p:spPr>
        <p:txBody>
          <a:bodyPr anchorCtr="0" anchor="ctr" bIns="45700" lIns="91425" spcFirstLastPara="1" rIns="91425" wrap="square" tIns="45700">
            <a:normAutofit fontScale="62500" lnSpcReduction="20000"/>
          </a:bodyPr>
          <a:lstStyle/>
          <a:p>
            <a:pPr indent="0" lvl="0" marL="0" rtl="0" algn="ctr">
              <a:lnSpc>
                <a:spcPct val="90000"/>
              </a:lnSpc>
              <a:spcBef>
                <a:spcPts val="0"/>
              </a:spcBef>
              <a:spcAft>
                <a:spcPts val="0"/>
              </a:spcAft>
              <a:buClr>
                <a:srgbClr val="000046"/>
              </a:buClr>
              <a:buSzPct val="100000"/>
              <a:buNone/>
            </a:pPr>
            <a:r>
              <a:rPr lang="vi-VN"/>
              <a:t>TRÍ TUỆ NHÂN TẠO CHO HỆ THỐNG NHÚNG</a:t>
            </a:r>
            <a:endParaRPr/>
          </a:p>
        </p:txBody>
      </p:sp>
      <p:sp>
        <p:nvSpPr>
          <p:cNvPr id="505" name="Google Shape;505;p1"/>
          <p:cNvSpPr txBox="1"/>
          <p:nvPr>
            <p:ph idx="2" type="body"/>
          </p:nvPr>
        </p:nvSpPr>
        <p:spPr>
          <a:xfrm>
            <a:off x="876991" y="2400301"/>
            <a:ext cx="10437900" cy="11103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46"/>
              </a:buClr>
              <a:buSzPts val="2800"/>
              <a:buNone/>
            </a:pPr>
            <a:r>
              <a:rPr lang="vi-VN">
                <a:latin typeface="Arial"/>
                <a:ea typeface="Arial"/>
                <a:cs typeface="Arial"/>
                <a:sym typeface="Arial"/>
              </a:rPr>
              <a:t>TÊN ĐỒ ÁN</a:t>
            </a:r>
            <a:endParaRPr>
              <a:latin typeface="Arial"/>
              <a:ea typeface="Arial"/>
              <a:cs typeface="Arial"/>
              <a:sym typeface="Arial"/>
            </a:endParaRPr>
          </a:p>
        </p:txBody>
      </p:sp>
      <p:sp>
        <p:nvSpPr>
          <p:cNvPr id="506" name="Google Shape;506;p1"/>
          <p:cNvSpPr txBox="1"/>
          <p:nvPr/>
        </p:nvSpPr>
        <p:spPr>
          <a:xfrm>
            <a:off x="1916121" y="3513309"/>
            <a:ext cx="9144000" cy="17277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1" lang="vi-VN" sz="2800">
                <a:solidFill>
                  <a:srgbClr val="000046"/>
                </a:solidFill>
                <a:latin typeface="Arial"/>
                <a:ea typeface="Arial"/>
                <a:cs typeface="Arial"/>
                <a:sym typeface="Arial"/>
              </a:rPr>
              <a:t>GVHD: ThS. Phan Đình Duy</a:t>
            </a:r>
            <a:endParaRPr b="1" sz="2800">
              <a:solidFill>
                <a:srgbClr val="000046"/>
              </a:solidFill>
              <a:latin typeface="Arial"/>
              <a:ea typeface="Arial"/>
              <a:cs typeface="Arial"/>
              <a:sym typeface="Arial"/>
            </a:endParaRPr>
          </a:p>
          <a:p>
            <a:pPr indent="-342900" lvl="0" marL="342900" marR="0" rtl="0" algn="l">
              <a:lnSpc>
                <a:spcPct val="130000"/>
              </a:lnSpc>
              <a:spcBef>
                <a:spcPts val="600"/>
              </a:spcBef>
              <a:spcAft>
                <a:spcPts val="0"/>
              </a:spcAft>
              <a:buClr>
                <a:schemeClr val="dk1"/>
              </a:buClr>
              <a:buSzPts val="2400"/>
              <a:buFont typeface="Arial"/>
              <a:buChar char="•"/>
            </a:pPr>
            <a:r>
              <a:rPr b="1" lang="vi-VN" sz="2400">
                <a:solidFill>
                  <a:schemeClr val="dk1"/>
                </a:solidFill>
                <a:latin typeface="Calibri"/>
                <a:ea typeface="Calibri"/>
                <a:cs typeface="Calibri"/>
                <a:sym typeface="Calibri"/>
              </a:rPr>
              <a:t>Tên Sinh viên 1</a:t>
            </a:r>
            <a:r>
              <a:rPr lang="vi-VN" sz="2400">
                <a:solidFill>
                  <a:schemeClr val="dk1"/>
                </a:solidFill>
                <a:latin typeface="Calibri"/>
                <a:ea typeface="Calibri"/>
                <a:cs typeface="Calibri"/>
                <a:sym typeface="Calibri"/>
              </a:rPr>
              <a:t>	MSSV 1</a:t>
            </a:r>
            <a:endParaRPr/>
          </a:p>
          <a:p>
            <a:pPr indent="-342900" lvl="0" marL="342900" marR="0" rtl="0" algn="l">
              <a:lnSpc>
                <a:spcPct val="130000"/>
              </a:lnSpc>
              <a:spcBef>
                <a:spcPts val="600"/>
              </a:spcBef>
              <a:spcAft>
                <a:spcPts val="0"/>
              </a:spcAft>
              <a:buClr>
                <a:schemeClr val="dk1"/>
              </a:buClr>
              <a:buSzPts val="2400"/>
              <a:buFont typeface="Arial"/>
              <a:buChar char="•"/>
            </a:pPr>
            <a:r>
              <a:rPr b="1" lang="vi-VN" sz="2400">
                <a:solidFill>
                  <a:schemeClr val="dk1"/>
                </a:solidFill>
                <a:latin typeface="Calibri"/>
                <a:ea typeface="Calibri"/>
                <a:cs typeface="Calibri"/>
                <a:sym typeface="Calibri"/>
              </a:rPr>
              <a:t>Tên Sinh viên 2</a:t>
            </a:r>
            <a:r>
              <a:rPr lang="vi-VN" sz="2400">
                <a:solidFill>
                  <a:schemeClr val="dk1"/>
                </a:solidFill>
                <a:latin typeface="Calibri"/>
                <a:ea typeface="Calibri"/>
                <a:cs typeface="Calibri"/>
                <a:sym typeface="Calibri"/>
              </a:rPr>
              <a:t>	MSSV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vi-VN"/>
              <a:t>Trường Đại học Công nghệ Thông tin, ĐHQG-HCM</a:t>
            </a:r>
            <a:endParaRPr/>
          </a:p>
        </p:txBody>
      </p:sp>
      <p:sp>
        <p:nvSpPr>
          <p:cNvPr id="512" name="Google Shape;512;p2"/>
          <p:cNvSpPr txBox="1"/>
          <p:nvPr>
            <p:ph idx="12" type="sldNum"/>
          </p:nvPr>
        </p:nvSpPr>
        <p:spPr>
          <a:xfrm>
            <a:off x="11900400" y="6566400"/>
            <a:ext cx="291600" cy="29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
        <p:nvSpPr>
          <p:cNvPr id="513" name="Google Shape;513;p2"/>
          <p:cNvSpPr txBox="1"/>
          <p:nvPr>
            <p:ph idx="1" type="body"/>
          </p:nvPr>
        </p:nvSpPr>
        <p:spPr>
          <a:xfrm>
            <a:off x="2735144" y="1286346"/>
            <a:ext cx="6721714" cy="4699000"/>
          </a:xfrm>
          <a:prstGeom prst="rect">
            <a:avLst/>
          </a:prstGeom>
          <a:noFill/>
          <a:ln>
            <a:noFill/>
          </a:ln>
        </p:spPr>
        <p:txBody>
          <a:bodyPr anchorCtr="0" anchor="ctr" bIns="45700" lIns="91425" spcFirstLastPara="1" rIns="91425" wrap="square" tIns="45700">
            <a:normAutofit/>
          </a:bodyPr>
          <a:lstStyle/>
          <a:p>
            <a:pPr indent="-514350" lvl="0" marL="514350" rtl="0" algn="just">
              <a:lnSpc>
                <a:spcPct val="150000"/>
              </a:lnSpc>
              <a:spcBef>
                <a:spcPts val="0"/>
              </a:spcBef>
              <a:spcAft>
                <a:spcPts val="0"/>
              </a:spcAft>
              <a:buClr>
                <a:schemeClr val="dk1"/>
              </a:buClr>
              <a:buSzPts val="2400"/>
              <a:buAutoNum type="arabicPeriod"/>
            </a:pPr>
            <a:r>
              <a:rPr b="1" lang="vi-VN" sz="2400"/>
              <a:t>TỔNG QUAN ĐỀ TÀI</a:t>
            </a:r>
            <a:endParaRPr/>
          </a:p>
          <a:p>
            <a:pPr indent="-514350" lvl="0" marL="514350" rtl="0" algn="just">
              <a:lnSpc>
                <a:spcPct val="150000"/>
              </a:lnSpc>
              <a:spcBef>
                <a:spcPts val="1000"/>
              </a:spcBef>
              <a:spcAft>
                <a:spcPts val="0"/>
              </a:spcAft>
              <a:buClr>
                <a:schemeClr val="dk1"/>
              </a:buClr>
              <a:buSzPts val="2400"/>
              <a:buAutoNum type="arabicPeriod"/>
            </a:pPr>
            <a:r>
              <a:rPr b="1" lang="vi-VN" sz="2400"/>
              <a:t>CƠ SỞ LÝ THUYẾT</a:t>
            </a:r>
            <a:endParaRPr/>
          </a:p>
          <a:p>
            <a:pPr indent="-514350" lvl="0" marL="514350" rtl="0" algn="just">
              <a:lnSpc>
                <a:spcPct val="150000"/>
              </a:lnSpc>
              <a:spcBef>
                <a:spcPts val="1000"/>
              </a:spcBef>
              <a:spcAft>
                <a:spcPts val="0"/>
              </a:spcAft>
              <a:buClr>
                <a:schemeClr val="dk1"/>
              </a:buClr>
              <a:buSzPts val="2400"/>
              <a:buAutoNum type="arabicPeriod"/>
            </a:pPr>
            <a:r>
              <a:rPr b="1" lang="vi-VN" sz="2400"/>
              <a:t>PHÂN TÍCH VÀ THIẾT KẾ HỆ THỐNG</a:t>
            </a:r>
            <a:endParaRPr/>
          </a:p>
          <a:p>
            <a:pPr indent="-514350" lvl="0" marL="514350" rtl="0" algn="just">
              <a:lnSpc>
                <a:spcPct val="150000"/>
              </a:lnSpc>
              <a:spcBef>
                <a:spcPts val="1000"/>
              </a:spcBef>
              <a:spcAft>
                <a:spcPts val="0"/>
              </a:spcAft>
              <a:buClr>
                <a:schemeClr val="dk1"/>
              </a:buClr>
              <a:buSzPts val="2400"/>
              <a:buAutoNum type="arabicPeriod"/>
            </a:pPr>
            <a:r>
              <a:rPr b="1" lang="vi-VN" sz="2400"/>
              <a:t>KẾT QUẢ THỰC NGHIỆM</a:t>
            </a:r>
            <a:endParaRPr/>
          </a:p>
          <a:p>
            <a:pPr indent="-514350" lvl="0" marL="514350" rtl="0" algn="just">
              <a:lnSpc>
                <a:spcPct val="150000"/>
              </a:lnSpc>
              <a:spcBef>
                <a:spcPts val="1000"/>
              </a:spcBef>
              <a:spcAft>
                <a:spcPts val="0"/>
              </a:spcAft>
              <a:buClr>
                <a:schemeClr val="dk1"/>
              </a:buClr>
              <a:buSzPts val="2400"/>
              <a:buAutoNum type="arabicPeriod"/>
            </a:pPr>
            <a:r>
              <a:rPr b="1" lang="vi-VN" sz="2400"/>
              <a:t>KẾT LUẬN VÀ HƯỚNG PHÁT TRIỂN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1. TỔNG QUAN ĐỀ TÀI</a:t>
            </a:r>
            <a:endParaRPr/>
          </a:p>
        </p:txBody>
      </p:sp>
      <p:sp>
        <p:nvSpPr>
          <p:cNvPr id="520" name="Google Shape;520;p3"/>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Giới thiệu tổng quan về đề tài</a:t>
            </a:r>
            <a:endParaRPr/>
          </a:p>
          <a:p>
            <a:pPr indent="-228600" lvl="1" marL="685800" rtl="0" algn="just">
              <a:lnSpc>
                <a:spcPct val="130000"/>
              </a:lnSpc>
              <a:spcBef>
                <a:spcPts val="600"/>
              </a:spcBef>
              <a:spcAft>
                <a:spcPts val="0"/>
              </a:spcAft>
              <a:buClr>
                <a:schemeClr val="dk1"/>
              </a:buClr>
              <a:buSzPts val="2400"/>
              <a:buChar char="•"/>
            </a:pPr>
            <a:r>
              <a:rPr lang="vi-VN"/>
              <a:t>Vấn đề cần giải quyết là gì</a:t>
            </a:r>
            <a:endParaRPr/>
          </a:p>
          <a:p>
            <a:pPr indent="-228600" lvl="1" marL="685800" rtl="0" algn="just">
              <a:lnSpc>
                <a:spcPct val="130000"/>
              </a:lnSpc>
              <a:spcBef>
                <a:spcPts val="600"/>
              </a:spcBef>
              <a:spcAft>
                <a:spcPts val="0"/>
              </a:spcAft>
              <a:buClr>
                <a:schemeClr val="dk1"/>
              </a:buClr>
              <a:buSzPts val="2400"/>
              <a:buChar char="•"/>
            </a:pPr>
            <a:r>
              <a:rPr lang="vi-VN"/>
              <a:t>Tính cấp thiết của đề tài</a:t>
            </a:r>
            <a:endParaRPr/>
          </a:p>
          <a:p>
            <a:pPr indent="-228600" lvl="0" marL="228600" rtl="0" algn="just">
              <a:lnSpc>
                <a:spcPct val="130000"/>
              </a:lnSpc>
              <a:spcBef>
                <a:spcPts val="600"/>
              </a:spcBef>
              <a:spcAft>
                <a:spcPts val="0"/>
              </a:spcAft>
              <a:buClr>
                <a:schemeClr val="dk1"/>
              </a:buClr>
              <a:buSzPts val="2800"/>
              <a:buChar char="•"/>
            </a:pPr>
            <a:r>
              <a:rPr lang="vi-VN"/>
              <a:t>Mục tiêu đề tài</a:t>
            </a:r>
            <a:endParaRPr/>
          </a:p>
          <a:p>
            <a:pPr indent="-228600" lvl="1" marL="685800" rtl="0" algn="just">
              <a:lnSpc>
                <a:spcPct val="130000"/>
              </a:lnSpc>
              <a:spcBef>
                <a:spcPts val="600"/>
              </a:spcBef>
              <a:spcAft>
                <a:spcPts val="0"/>
              </a:spcAft>
              <a:buClr>
                <a:schemeClr val="dk1"/>
              </a:buClr>
              <a:buSzPts val="2400"/>
              <a:buChar char="•"/>
            </a:pPr>
            <a:r>
              <a:rPr lang="vi-VN"/>
              <a:t>Nêu rõ mục tiêu cụ thể cuối cùng cần đạt được</a:t>
            </a:r>
            <a:endParaRPr/>
          </a:p>
        </p:txBody>
      </p:sp>
      <p:sp>
        <p:nvSpPr>
          <p:cNvPr id="521" name="Google Shape;521;p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22" name="Google Shape;522;p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4"/>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2. CƠ SỞ LÝ THUYẾT</a:t>
            </a:r>
            <a:endParaRPr/>
          </a:p>
        </p:txBody>
      </p:sp>
      <p:sp>
        <p:nvSpPr>
          <p:cNvPr id="529" name="Google Shape;529;p4"/>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Tổng quan các nghiên cứu liên quan	</a:t>
            </a:r>
            <a:endParaRPr/>
          </a:p>
          <a:p>
            <a:pPr indent="-228600" lvl="1" marL="685800" rtl="0" algn="just">
              <a:lnSpc>
                <a:spcPct val="130000"/>
              </a:lnSpc>
              <a:spcBef>
                <a:spcPts val="600"/>
              </a:spcBef>
              <a:spcAft>
                <a:spcPts val="0"/>
              </a:spcAft>
              <a:buClr>
                <a:schemeClr val="dk1"/>
              </a:buClr>
              <a:buSzPts val="2400"/>
              <a:buChar char="•"/>
            </a:pPr>
            <a:r>
              <a:rPr lang="vi-VN"/>
              <a:t>Tổng quan ngoài nước</a:t>
            </a:r>
            <a:endParaRPr/>
          </a:p>
          <a:p>
            <a:pPr indent="-228600" lvl="1" marL="685800" rtl="0" algn="just">
              <a:lnSpc>
                <a:spcPct val="130000"/>
              </a:lnSpc>
              <a:spcBef>
                <a:spcPts val="600"/>
              </a:spcBef>
              <a:spcAft>
                <a:spcPts val="0"/>
              </a:spcAft>
              <a:buClr>
                <a:schemeClr val="dk1"/>
              </a:buClr>
              <a:buSzPts val="2400"/>
              <a:buChar char="•"/>
            </a:pPr>
            <a:r>
              <a:rPr lang="vi-VN"/>
              <a:t>Tổng quan ngoài nước</a:t>
            </a:r>
            <a:endParaRPr/>
          </a:p>
          <a:p>
            <a:pPr indent="-228600" lvl="0" marL="228600" rtl="0" algn="just">
              <a:lnSpc>
                <a:spcPct val="130000"/>
              </a:lnSpc>
              <a:spcBef>
                <a:spcPts val="600"/>
              </a:spcBef>
              <a:spcAft>
                <a:spcPts val="0"/>
              </a:spcAft>
              <a:buClr>
                <a:schemeClr val="dk1"/>
              </a:buClr>
              <a:buSzPts val="2800"/>
              <a:buChar char="•"/>
            </a:pPr>
            <a:r>
              <a:rPr lang="vi-VN"/>
              <a:t>Các giao thức truyền thông</a:t>
            </a:r>
            <a:endParaRPr/>
          </a:p>
          <a:p>
            <a:pPr indent="-228600" lvl="0" marL="228600" rtl="0" algn="just">
              <a:lnSpc>
                <a:spcPct val="130000"/>
              </a:lnSpc>
              <a:spcBef>
                <a:spcPts val="600"/>
              </a:spcBef>
              <a:spcAft>
                <a:spcPts val="0"/>
              </a:spcAft>
              <a:buClr>
                <a:schemeClr val="dk1"/>
              </a:buClr>
              <a:buSzPts val="2800"/>
              <a:buChar char="•"/>
            </a:pPr>
            <a:r>
              <a:rPr lang="vi-VN"/>
              <a:t>Trí tuệ nhân tạo (AI) trong IoT (AIoT / Edge AI)</a:t>
            </a:r>
            <a:endParaRPr/>
          </a:p>
        </p:txBody>
      </p:sp>
      <p:sp>
        <p:nvSpPr>
          <p:cNvPr id="530" name="Google Shape;530;p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31" name="Google Shape;531;p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3. PHÂN TÍCH VÀ THIẾT KẾ HỆ THỐNG</a:t>
            </a:r>
            <a:endParaRPr/>
          </a:p>
        </p:txBody>
      </p:sp>
      <p:sp>
        <p:nvSpPr>
          <p:cNvPr id="538" name="Google Shape;538;p5"/>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Thiết kế kiến trúc tổng thể</a:t>
            </a:r>
            <a:endParaRPr/>
          </a:p>
          <a:p>
            <a:pPr indent="-228600" lvl="0" marL="228600" rtl="0" algn="just">
              <a:lnSpc>
                <a:spcPct val="130000"/>
              </a:lnSpc>
              <a:spcBef>
                <a:spcPts val="600"/>
              </a:spcBef>
              <a:spcAft>
                <a:spcPts val="0"/>
              </a:spcAft>
              <a:buClr>
                <a:schemeClr val="dk1"/>
              </a:buClr>
              <a:buSzPts val="2800"/>
              <a:buChar char="•"/>
            </a:pPr>
            <a:r>
              <a:rPr lang="vi-VN"/>
              <a:t>Thiết kế phần cứng</a:t>
            </a:r>
            <a:endParaRPr/>
          </a:p>
          <a:p>
            <a:pPr indent="-228600" lvl="0" marL="228600" rtl="0" algn="just">
              <a:lnSpc>
                <a:spcPct val="130000"/>
              </a:lnSpc>
              <a:spcBef>
                <a:spcPts val="600"/>
              </a:spcBef>
              <a:spcAft>
                <a:spcPts val="0"/>
              </a:spcAft>
              <a:buClr>
                <a:schemeClr val="dk1"/>
              </a:buClr>
              <a:buSzPts val="2800"/>
              <a:buChar char="•"/>
            </a:pPr>
            <a:r>
              <a:rPr lang="vi-VN"/>
              <a:t>Thiết kế phần mềm</a:t>
            </a:r>
            <a:endParaRPr/>
          </a:p>
          <a:p>
            <a:pPr indent="-50800" lvl="0" marL="228600" rtl="0" algn="just">
              <a:lnSpc>
                <a:spcPct val="130000"/>
              </a:lnSpc>
              <a:spcBef>
                <a:spcPts val="600"/>
              </a:spcBef>
              <a:spcAft>
                <a:spcPts val="0"/>
              </a:spcAft>
              <a:buClr>
                <a:schemeClr val="dk1"/>
              </a:buClr>
              <a:buSzPts val="2800"/>
              <a:buNone/>
            </a:pPr>
            <a:r>
              <a:t/>
            </a:r>
            <a:endParaRPr/>
          </a:p>
        </p:txBody>
      </p:sp>
      <p:sp>
        <p:nvSpPr>
          <p:cNvPr id="539" name="Google Shape;539;p5"/>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40" name="Google Shape;540;p5"/>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6"/>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3.1 </a:t>
            </a:r>
            <a:r>
              <a:rPr lang="vi-VN" sz="4000"/>
              <a:t>Thiết kế kiến trúc tổng thể</a:t>
            </a:r>
            <a:endParaRPr sz="3700"/>
          </a:p>
        </p:txBody>
      </p:sp>
      <p:sp>
        <p:nvSpPr>
          <p:cNvPr id="547" name="Google Shape;547;p6"/>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Hình thiết kế kiến trúc tổng thể và mô tả</a:t>
            </a:r>
            <a:endParaRPr/>
          </a:p>
          <a:p>
            <a:pPr indent="-50800" lvl="0" marL="228600" rtl="0" algn="just">
              <a:lnSpc>
                <a:spcPct val="130000"/>
              </a:lnSpc>
              <a:spcBef>
                <a:spcPts val="600"/>
              </a:spcBef>
              <a:spcAft>
                <a:spcPts val="0"/>
              </a:spcAft>
              <a:buClr>
                <a:schemeClr val="dk1"/>
              </a:buClr>
              <a:buSzPts val="2800"/>
              <a:buNone/>
            </a:pPr>
            <a:r>
              <a:t/>
            </a:r>
            <a:endParaRPr/>
          </a:p>
        </p:txBody>
      </p:sp>
      <p:sp>
        <p:nvSpPr>
          <p:cNvPr id="548" name="Google Shape;548;p6"/>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49" name="Google Shape;549;p6"/>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7"/>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3.2 </a:t>
            </a:r>
            <a:r>
              <a:rPr lang="vi-VN" sz="4000"/>
              <a:t>Thiết kế phần cứng</a:t>
            </a:r>
            <a:endParaRPr sz="3700"/>
          </a:p>
        </p:txBody>
      </p:sp>
      <p:sp>
        <p:nvSpPr>
          <p:cNvPr id="556" name="Google Shape;556;p7"/>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Hình thiết kế phần cứng và mô tả</a:t>
            </a:r>
            <a:endParaRPr/>
          </a:p>
          <a:p>
            <a:pPr indent="-50800" lvl="0" marL="228600" rtl="0" algn="just">
              <a:lnSpc>
                <a:spcPct val="130000"/>
              </a:lnSpc>
              <a:spcBef>
                <a:spcPts val="600"/>
              </a:spcBef>
              <a:spcAft>
                <a:spcPts val="0"/>
              </a:spcAft>
              <a:buClr>
                <a:schemeClr val="dk1"/>
              </a:buClr>
              <a:buSzPts val="2800"/>
              <a:buNone/>
            </a:pPr>
            <a:r>
              <a:t/>
            </a:r>
            <a:endParaRPr/>
          </a:p>
        </p:txBody>
      </p:sp>
      <p:sp>
        <p:nvSpPr>
          <p:cNvPr id="557" name="Google Shape;557;p7"/>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58" name="Google Shape;558;p7"/>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Hình thiết kế/lưu đồ giải thuật/sơ đồ khối phần mềm và mô tả</a:t>
            </a:r>
            <a:endParaRPr/>
          </a:p>
          <a:p>
            <a:pPr indent="-50800" lvl="0" marL="228600" rtl="0" algn="just">
              <a:lnSpc>
                <a:spcPct val="130000"/>
              </a:lnSpc>
              <a:spcBef>
                <a:spcPts val="600"/>
              </a:spcBef>
              <a:spcAft>
                <a:spcPts val="0"/>
              </a:spcAft>
              <a:buClr>
                <a:schemeClr val="dk1"/>
              </a:buClr>
              <a:buSzPts val="2800"/>
              <a:buNone/>
            </a:pPr>
            <a:r>
              <a:t/>
            </a:r>
            <a:endParaRPr/>
          </a:p>
        </p:txBody>
      </p:sp>
      <p:sp>
        <p:nvSpPr>
          <p:cNvPr id="566" name="Google Shape;566;p8"/>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67" name="Google Shape;567;p8"/>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4. KẾT QUẢ THỰC NGHIỆM</a:t>
            </a:r>
            <a:endParaRPr/>
          </a:p>
        </p:txBody>
      </p:sp>
      <p:sp>
        <p:nvSpPr>
          <p:cNvPr id="574" name="Google Shape;574;p9"/>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Môi trường và công cụ triển khai</a:t>
            </a:r>
            <a:endParaRPr/>
          </a:p>
          <a:p>
            <a:pPr indent="-228600" lvl="0" marL="228600" rtl="0" algn="just">
              <a:lnSpc>
                <a:spcPct val="130000"/>
              </a:lnSpc>
              <a:spcBef>
                <a:spcPts val="600"/>
              </a:spcBef>
              <a:spcAft>
                <a:spcPts val="0"/>
              </a:spcAft>
              <a:buClr>
                <a:schemeClr val="dk1"/>
              </a:buClr>
              <a:buSzPts val="2800"/>
              <a:buChar char="•"/>
            </a:pPr>
            <a:r>
              <a:rPr lang="vi-VN"/>
              <a:t>Kết quả triển khai</a:t>
            </a:r>
            <a:endParaRPr/>
          </a:p>
          <a:p>
            <a:pPr indent="-228600" lvl="0" marL="228600" rtl="0" algn="just">
              <a:lnSpc>
                <a:spcPct val="130000"/>
              </a:lnSpc>
              <a:spcBef>
                <a:spcPts val="600"/>
              </a:spcBef>
              <a:spcAft>
                <a:spcPts val="0"/>
              </a:spcAft>
              <a:buClr>
                <a:schemeClr val="dk1"/>
              </a:buClr>
              <a:buSzPts val="2800"/>
              <a:buChar char="•"/>
            </a:pPr>
            <a:r>
              <a:rPr lang="vi-VN"/>
              <a:t>Đánh giá, so sánh</a:t>
            </a:r>
            <a:endParaRPr/>
          </a:p>
        </p:txBody>
      </p:sp>
      <p:sp>
        <p:nvSpPr>
          <p:cNvPr id="575" name="Google Shape;575;p9"/>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76" name="Google Shape;576;p9"/>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10"/>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5. KẾT LUẬN VÀ HƯỚNG PHÁT TRIỂN</a:t>
            </a:r>
            <a:endParaRPr/>
          </a:p>
        </p:txBody>
      </p:sp>
      <p:sp>
        <p:nvSpPr>
          <p:cNvPr id="583" name="Google Shape;583;p10"/>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Kết luận đã đạt được mục tiêu ban đầu</a:t>
            </a:r>
            <a:endParaRPr/>
          </a:p>
          <a:p>
            <a:pPr indent="-228600" lvl="0" marL="228600" rtl="0" algn="just">
              <a:lnSpc>
                <a:spcPct val="130000"/>
              </a:lnSpc>
              <a:spcBef>
                <a:spcPts val="600"/>
              </a:spcBef>
              <a:spcAft>
                <a:spcPts val="0"/>
              </a:spcAft>
              <a:buClr>
                <a:schemeClr val="dk1"/>
              </a:buClr>
              <a:buSzPts val="2800"/>
              <a:buChar char="•"/>
            </a:pPr>
            <a:r>
              <a:rPr lang="vi-VN"/>
              <a:t>Hướng phát triển </a:t>
            </a:r>
            <a:endParaRPr/>
          </a:p>
        </p:txBody>
      </p:sp>
      <p:sp>
        <p:nvSpPr>
          <p:cNvPr id="584" name="Google Shape;584;p10"/>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85" name="Google Shape;585;p10"/>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1"/>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Tài liệu tham khảo</a:t>
            </a:r>
            <a:endParaRPr/>
          </a:p>
        </p:txBody>
      </p:sp>
      <p:sp>
        <p:nvSpPr>
          <p:cNvPr id="592" name="Google Shape;592;p11"/>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Trình bày một số tài liệu tham khảo quan trọng sử dụng trong slide</a:t>
            </a:r>
            <a:endParaRPr/>
          </a:p>
        </p:txBody>
      </p:sp>
      <p:sp>
        <p:nvSpPr>
          <p:cNvPr id="593" name="Google Shape;593;p11"/>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594" name="Google Shape;594;p11"/>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12"/>
          <p:cNvSpPr txBox="1"/>
          <p:nvPr>
            <p:ph idx="11" type="ftr"/>
          </p:nvPr>
        </p:nvSpPr>
        <p:spPr>
          <a:xfrm>
            <a:off x="3684104" y="6481647"/>
            <a:ext cx="4823792" cy="23982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vi-VN"/>
              <a:t>Trường Đại học Công nghệ Thông tin, ĐHQG-HCM</a:t>
            </a:r>
            <a:endParaRPr/>
          </a:p>
        </p:txBody>
      </p:sp>
      <p:sp>
        <p:nvSpPr>
          <p:cNvPr id="600" name="Google Shape;600;p12"/>
          <p:cNvSpPr txBox="1"/>
          <p:nvPr>
            <p:ph idx="12" type="sldNum"/>
          </p:nvPr>
        </p:nvSpPr>
        <p:spPr>
          <a:xfrm>
            <a:off x="11897699" y="6560242"/>
            <a:ext cx="291600" cy="29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
        <p:nvSpPr>
          <p:cNvPr id="601" name="Google Shape;601;p12"/>
          <p:cNvSpPr txBox="1"/>
          <p:nvPr/>
        </p:nvSpPr>
        <p:spPr>
          <a:xfrm>
            <a:off x="4343213" y="1735130"/>
            <a:ext cx="4012558" cy="110092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72FF"/>
              </a:buClr>
              <a:buSzPts val="4000"/>
              <a:buFont typeface="Times New Roman"/>
              <a:buNone/>
            </a:pPr>
            <a:r>
              <a:rPr b="1" lang="vi-VN" sz="4000">
                <a:solidFill>
                  <a:srgbClr val="0072FF"/>
                </a:solidFill>
                <a:latin typeface="Times New Roman"/>
                <a:ea typeface="Times New Roman"/>
                <a:cs typeface="Times New Roman"/>
                <a:sym typeface="Times New Roman"/>
              </a:rPr>
              <a:t>HỎI VÀ ĐÁP</a:t>
            </a:r>
            <a:endParaRPr b="1" sz="4000">
              <a:solidFill>
                <a:srgbClr val="0072FF"/>
              </a:solidFill>
              <a:latin typeface="Times New Roman"/>
              <a:ea typeface="Times New Roman"/>
              <a:cs typeface="Times New Roman"/>
              <a:sym typeface="Times New Roman"/>
            </a:endParaRPr>
          </a:p>
        </p:txBody>
      </p:sp>
      <p:pic>
        <p:nvPicPr>
          <p:cNvPr descr="http://data.sinhvienit.net/2013/T09/img/SinhVienIT.Net---suy-nghi.jpg" id="602" name="Google Shape;602;p12"/>
          <p:cNvPicPr preferRelativeResize="0"/>
          <p:nvPr/>
        </p:nvPicPr>
        <p:blipFill rotWithShape="1">
          <a:blip r:embed="rId3">
            <a:alphaModFix/>
          </a:blip>
          <a:srcRect b="0" l="0" r="0" t="0"/>
          <a:stretch/>
        </p:blipFill>
        <p:spPr>
          <a:xfrm>
            <a:off x="4895842" y="3018931"/>
            <a:ext cx="3211551" cy="24086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3"/>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vi-VN" sz="3700"/>
              <a:t>Phụ lục (nếu có)</a:t>
            </a:r>
            <a:endParaRPr/>
          </a:p>
        </p:txBody>
      </p:sp>
      <p:sp>
        <p:nvSpPr>
          <p:cNvPr id="609" name="Google Shape;609;p13"/>
          <p:cNvSpPr txBox="1"/>
          <p:nvPr>
            <p:ph idx="1" type="body"/>
          </p:nvPr>
        </p:nvSpPr>
        <p:spPr>
          <a:xfrm>
            <a:off x="774144" y="1809750"/>
            <a:ext cx="10655855" cy="41583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vi-VN"/>
              <a:t>Phần phụ lục này đặt những nội dung cần giải thích chi tiết cho các Slide trong phần báo cáo chính trong trường hợp giải thích các câu hỏi từ người nghe</a:t>
            </a:r>
            <a:endParaRPr/>
          </a:p>
        </p:txBody>
      </p:sp>
      <p:sp>
        <p:nvSpPr>
          <p:cNvPr id="610" name="Google Shape;610;p1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vi-VN"/>
              <a:t>Trường Đại học Công nghệ Thông tin, ĐHQG-HCM</a:t>
            </a:r>
            <a:endParaRPr/>
          </a:p>
        </p:txBody>
      </p:sp>
      <p:sp>
        <p:nvSpPr>
          <p:cNvPr id="611" name="Google Shape;611;p1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vi-V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2023-03-03T01:55:04Z</dcterms:created>
  <dc:creator>Trần Hoàng Lộc</dc:creator>
</cp:coreProperties>
</file>